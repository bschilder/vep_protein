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342" r:id="rId2"/>
    <p:sldId id="343" r:id="rId3"/>
    <p:sldId id="344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75E6"/>
    <a:srgbClr val="EA7978"/>
    <a:srgbClr val="F5BCBA"/>
    <a:srgbClr val="F5BBB9"/>
    <a:srgbClr val="FF2600"/>
    <a:srgbClr val="FF2F92"/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104" d="100"/>
          <a:sy n="104" d="100"/>
        </p:scale>
        <p:origin x="184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7DF425-6B13-6640-B800-B750F80E2085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B9C984-76F4-7645-B7CC-991577DDCB1D}">
      <dgm:prSet/>
      <dgm:spPr/>
      <dgm:t>
        <a:bodyPr/>
        <a:lstStyle/>
        <a:p>
          <a:r>
            <a:rPr lang="en-US" b="0" i="0"/>
            <a:t>M </a:t>
          </a:r>
          <a:endParaRPr lang="en-US"/>
        </a:p>
      </dgm:t>
    </dgm:pt>
    <dgm:pt modelId="{3A655679-6137-C641-AA88-E345890DB872}" type="parTrans" cxnId="{18141095-D5C9-474F-A8F0-2B78C37832BD}">
      <dgm:prSet/>
      <dgm:spPr/>
      <dgm:t>
        <a:bodyPr/>
        <a:lstStyle/>
        <a:p>
          <a:endParaRPr lang="en-US"/>
        </a:p>
      </dgm:t>
    </dgm:pt>
    <dgm:pt modelId="{B69E0CE2-975D-5444-84FE-4EF40EF22530}" type="sibTrans" cxnId="{18141095-D5C9-474F-A8F0-2B78C37832BD}">
      <dgm:prSet/>
      <dgm:spPr/>
      <dgm:t>
        <a:bodyPr/>
        <a:lstStyle/>
        <a:p>
          <a:endParaRPr lang="en-US"/>
        </a:p>
      </dgm:t>
    </dgm:pt>
    <dgm:pt modelId="{43638595-F57C-AD46-9E32-150FE7921A98}">
      <dgm:prSet/>
      <dgm:spPr/>
      <dgm:t>
        <a:bodyPr/>
        <a:lstStyle/>
        <a:p>
          <a:r>
            <a:rPr lang="en-US" b="0" i="0" dirty="0"/>
            <a:t>T </a:t>
          </a:r>
          <a:endParaRPr lang="en-US" dirty="0"/>
        </a:p>
      </dgm:t>
    </dgm:pt>
    <dgm:pt modelId="{D547EF98-401B-6745-853F-534166E74922}" type="parTrans" cxnId="{9F05BC9E-E9A8-6244-9DDB-9EB9708197E5}">
      <dgm:prSet/>
      <dgm:spPr/>
      <dgm:t>
        <a:bodyPr/>
        <a:lstStyle/>
        <a:p>
          <a:endParaRPr lang="en-US"/>
        </a:p>
      </dgm:t>
    </dgm:pt>
    <dgm:pt modelId="{C7895FD0-453A-FE4E-BB8C-F855997A2FC6}" type="sibTrans" cxnId="{9F05BC9E-E9A8-6244-9DDB-9EB9708197E5}">
      <dgm:prSet/>
      <dgm:spPr/>
      <dgm:t>
        <a:bodyPr/>
        <a:lstStyle/>
        <a:p>
          <a:endParaRPr lang="en-US"/>
        </a:p>
      </dgm:t>
    </dgm:pt>
    <dgm:pt modelId="{70367082-2DDD-3B4A-8F29-72508EC04D29}">
      <dgm:prSet/>
      <dgm:spPr/>
      <dgm:t>
        <a:bodyPr/>
        <a:lstStyle/>
        <a:p>
          <a:r>
            <a:rPr lang="en-US" b="0" i="0"/>
            <a:t>I </a:t>
          </a:r>
          <a:endParaRPr lang="en-US"/>
        </a:p>
      </dgm:t>
    </dgm:pt>
    <dgm:pt modelId="{3EB67638-9BB6-8F44-A892-DE41F0C9DD5E}" type="parTrans" cxnId="{2CCCBBAA-6A3E-CD43-8B02-B15D7B636291}">
      <dgm:prSet/>
      <dgm:spPr/>
      <dgm:t>
        <a:bodyPr/>
        <a:lstStyle/>
        <a:p>
          <a:endParaRPr lang="en-US"/>
        </a:p>
      </dgm:t>
    </dgm:pt>
    <dgm:pt modelId="{C8B7DA66-6600-0849-87B1-84EDD1B5FA05}" type="sibTrans" cxnId="{2CCCBBAA-6A3E-CD43-8B02-B15D7B636291}">
      <dgm:prSet/>
      <dgm:spPr/>
      <dgm:t>
        <a:bodyPr/>
        <a:lstStyle/>
        <a:p>
          <a:endParaRPr lang="en-US"/>
        </a:p>
      </dgm:t>
    </dgm:pt>
    <dgm:pt modelId="{64531633-71B4-0B42-9C29-EB980AF89393}">
      <dgm:prSet/>
      <dgm:spPr/>
      <dgm:t>
        <a:bodyPr/>
        <a:lstStyle/>
        <a:p>
          <a:r>
            <a:rPr lang="en-US" b="0" i="0"/>
            <a:t>L </a:t>
          </a:r>
          <a:endParaRPr lang="en-US"/>
        </a:p>
      </dgm:t>
    </dgm:pt>
    <dgm:pt modelId="{91BE3431-DFE2-8F45-8874-F79ADDE53BB5}" type="parTrans" cxnId="{DE4ADB1E-AFBB-4D4C-A4EA-70DF3BC8A18C}">
      <dgm:prSet/>
      <dgm:spPr/>
      <dgm:t>
        <a:bodyPr/>
        <a:lstStyle/>
        <a:p>
          <a:endParaRPr lang="en-US"/>
        </a:p>
      </dgm:t>
    </dgm:pt>
    <dgm:pt modelId="{34490C9F-806E-834C-A5A7-4F7C1C74FBAC}" type="sibTrans" cxnId="{DE4ADB1E-AFBB-4D4C-A4EA-70DF3BC8A18C}">
      <dgm:prSet/>
      <dgm:spPr/>
      <dgm:t>
        <a:bodyPr/>
        <a:lstStyle/>
        <a:p>
          <a:endParaRPr lang="en-US"/>
        </a:p>
      </dgm:t>
    </dgm:pt>
    <dgm:pt modelId="{21EB565F-D364-FB44-B300-D096198161E6}">
      <dgm:prSet/>
      <dgm:spPr/>
      <dgm:t>
        <a:bodyPr/>
        <a:lstStyle/>
        <a:p>
          <a:r>
            <a:rPr lang="en-US" b="0" i="0"/>
            <a:t>F </a:t>
          </a:r>
          <a:endParaRPr lang="en-US"/>
        </a:p>
      </dgm:t>
    </dgm:pt>
    <dgm:pt modelId="{93F6552D-4F4A-B24E-8B6C-E03361E4FD92}" type="parTrans" cxnId="{89A833FB-BD92-7C44-A64B-39E3E9D2C5AB}">
      <dgm:prSet/>
      <dgm:spPr/>
      <dgm:t>
        <a:bodyPr/>
        <a:lstStyle/>
        <a:p>
          <a:endParaRPr lang="en-US"/>
        </a:p>
      </dgm:t>
    </dgm:pt>
    <dgm:pt modelId="{882FA0A6-101B-7841-97A6-0877EBA08DA5}" type="sibTrans" cxnId="{89A833FB-BD92-7C44-A64B-39E3E9D2C5AB}">
      <dgm:prSet/>
      <dgm:spPr/>
      <dgm:t>
        <a:bodyPr/>
        <a:lstStyle/>
        <a:p>
          <a:endParaRPr lang="en-US"/>
        </a:p>
      </dgm:t>
    </dgm:pt>
    <dgm:pt modelId="{B5F0FD59-1763-B942-ACFE-00A1F9A3F385}">
      <dgm:prSet/>
      <dgm:spPr/>
      <dgm:t>
        <a:bodyPr/>
        <a:lstStyle/>
        <a:p>
          <a:r>
            <a:rPr lang="en-US" b="0" i="0"/>
            <a:t>L </a:t>
          </a:r>
          <a:endParaRPr lang="en-US"/>
        </a:p>
      </dgm:t>
    </dgm:pt>
    <dgm:pt modelId="{18C2CBFD-C0C7-FA48-BA21-EC4A2CCA09E8}" type="parTrans" cxnId="{792A3D52-E545-224B-AEA4-E1EC57ED1F23}">
      <dgm:prSet/>
      <dgm:spPr/>
      <dgm:t>
        <a:bodyPr/>
        <a:lstStyle/>
        <a:p>
          <a:endParaRPr lang="en-US"/>
        </a:p>
      </dgm:t>
    </dgm:pt>
    <dgm:pt modelId="{E0F2C1F0-18E3-F547-8339-D70F8570ACB1}" type="sibTrans" cxnId="{792A3D52-E545-224B-AEA4-E1EC57ED1F23}">
      <dgm:prSet/>
      <dgm:spPr/>
      <dgm:t>
        <a:bodyPr/>
        <a:lstStyle/>
        <a:p>
          <a:endParaRPr lang="en-US"/>
        </a:p>
      </dgm:t>
    </dgm:pt>
    <dgm:pt modelId="{6912FBA2-7544-A042-9AFF-5225140C9F8A}">
      <dgm:prSet/>
      <dgm:spPr/>
      <dgm:t>
        <a:bodyPr/>
        <a:lstStyle/>
        <a:p>
          <a:r>
            <a:rPr lang="en-US" b="0" i="0"/>
            <a:t>T </a:t>
          </a:r>
          <a:endParaRPr lang="en-US"/>
        </a:p>
      </dgm:t>
    </dgm:pt>
    <dgm:pt modelId="{56A43096-C870-304A-B897-3C13F8A4E690}" type="parTrans" cxnId="{E6053795-0CFF-184E-87DD-AEE3010B8F32}">
      <dgm:prSet/>
      <dgm:spPr/>
      <dgm:t>
        <a:bodyPr/>
        <a:lstStyle/>
        <a:p>
          <a:endParaRPr lang="en-US"/>
        </a:p>
      </dgm:t>
    </dgm:pt>
    <dgm:pt modelId="{DF265CCC-0AAD-C44E-828C-837EDA314E96}" type="sibTrans" cxnId="{E6053795-0CFF-184E-87DD-AEE3010B8F32}">
      <dgm:prSet/>
      <dgm:spPr/>
      <dgm:t>
        <a:bodyPr/>
        <a:lstStyle/>
        <a:p>
          <a:endParaRPr lang="en-US"/>
        </a:p>
      </dgm:t>
    </dgm:pt>
    <dgm:pt modelId="{3DF8B025-407B-C24B-B396-D8C66CD575EA}">
      <dgm:prSet/>
      <dgm:spPr/>
      <dgm:t>
        <a:bodyPr/>
        <a:lstStyle/>
        <a:p>
          <a:r>
            <a:rPr lang="en-US" b="0" i="0" dirty="0"/>
            <a:t>W </a:t>
          </a:r>
          <a:endParaRPr lang="en-US" dirty="0"/>
        </a:p>
      </dgm:t>
    </dgm:pt>
    <dgm:pt modelId="{7A94E9A2-70AA-5B43-AD22-96125E2EC8E4}" type="parTrans" cxnId="{49A46ABF-EEC9-CA43-9D66-6270ABA3DC09}">
      <dgm:prSet/>
      <dgm:spPr/>
      <dgm:t>
        <a:bodyPr/>
        <a:lstStyle/>
        <a:p>
          <a:endParaRPr lang="en-US"/>
        </a:p>
      </dgm:t>
    </dgm:pt>
    <dgm:pt modelId="{C7760B3A-DE4A-5845-BC6A-2CD03894C3C8}" type="sibTrans" cxnId="{49A46ABF-EEC9-CA43-9D66-6270ABA3DC09}">
      <dgm:prSet/>
      <dgm:spPr/>
      <dgm:t>
        <a:bodyPr/>
        <a:lstStyle/>
        <a:p>
          <a:endParaRPr lang="en-US"/>
        </a:p>
      </dgm:t>
    </dgm:pt>
    <dgm:pt modelId="{F201BA46-352E-6443-AB4E-6BFE9ED6AFB4}">
      <dgm:prSet/>
      <dgm:spPr/>
      <dgm:t>
        <a:bodyPr/>
        <a:lstStyle/>
        <a:p>
          <a:r>
            <a:rPr lang="en-US" b="0" i="0"/>
            <a:t>V </a:t>
          </a:r>
          <a:endParaRPr lang="en-US"/>
        </a:p>
      </dgm:t>
    </dgm:pt>
    <dgm:pt modelId="{EBBE650C-A975-EA44-844A-D423C7D0459C}" type="parTrans" cxnId="{AFB3F0B2-C7E7-F446-A442-C6B89C20BE0E}">
      <dgm:prSet/>
      <dgm:spPr/>
      <dgm:t>
        <a:bodyPr/>
        <a:lstStyle/>
        <a:p>
          <a:endParaRPr lang="en-US"/>
        </a:p>
      </dgm:t>
    </dgm:pt>
    <dgm:pt modelId="{A939B388-7B1B-1C43-ADD0-5814886B821B}" type="sibTrans" cxnId="{AFB3F0B2-C7E7-F446-A442-C6B89C20BE0E}">
      <dgm:prSet/>
      <dgm:spPr/>
      <dgm:t>
        <a:bodyPr/>
        <a:lstStyle/>
        <a:p>
          <a:endParaRPr lang="en-US"/>
        </a:p>
      </dgm:t>
    </dgm:pt>
    <dgm:pt modelId="{86B13C19-6D3F-DD4C-BFC7-1F3B4557B8BA}">
      <dgm:prSet/>
      <dgm:spPr/>
      <dgm:t>
        <a:bodyPr/>
        <a:lstStyle/>
        <a:p>
          <a:r>
            <a:rPr lang="en-US" b="0" i="0" dirty="0"/>
            <a:t>I</a:t>
          </a:r>
          <a:endParaRPr lang="en-US" dirty="0"/>
        </a:p>
      </dgm:t>
    </dgm:pt>
    <dgm:pt modelId="{2EE94C37-5626-E144-9C22-028E7EDDABAE}" type="parTrans" cxnId="{4458DCE5-60AB-CF46-A160-E053EAB1F5B8}">
      <dgm:prSet/>
      <dgm:spPr/>
      <dgm:t>
        <a:bodyPr/>
        <a:lstStyle/>
        <a:p>
          <a:endParaRPr lang="en-US"/>
        </a:p>
      </dgm:t>
    </dgm:pt>
    <dgm:pt modelId="{7119C7F9-07E4-B34B-894F-2893A5B096C7}" type="sibTrans" cxnId="{4458DCE5-60AB-CF46-A160-E053EAB1F5B8}">
      <dgm:prSet/>
      <dgm:spPr/>
      <dgm:t>
        <a:bodyPr/>
        <a:lstStyle/>
        <a:p>
          <a:endParaRPr lang="en-US"/>
        </a:p>
      </dgm:t>
    </dgm:pt>
    <dgm:pt modelId="{20FCA0F9-B653-0C42-8734-8866C997C923}" type="pres">
      <dgm:prSet presAssocID="{697DF425-6B13-6640-B800-B750F80E2085}" presName="Name0" presStyleCnt="0">
        <dgm:presLayoutVars>
          <dgm:dir/>
          <dgm:resizeHandles val="exact"/>
        </dgm:presLayoutVars>
      </dgm:prSet>
      <dgm:spPr/>
    </dgm:pt>
    <dgm:pt modelId="{F96853F2-2DBB-E945-B930-BF8588310D2F}" type="pres">
      <dgm:prSet presAssocID="{2AB9C984-76F4-7645-B7CC-991577DDCB1D}" presName="node" presStyleLbl="node1" presStyleIdx="0" presStyleCnt="10">
        <dgm:presLayoutVars>
          <dgm:bulletEnabled val="1"/>
        </dgm:presLayoutVars>
      </dgm:prSet>
      <dgm:spPr/>
    </dgm:pt>
    <dgm:pt modelId="{C22761B4-1C44-4449-A6D8-866847BDFCDF}" type="pres">
      <dgm:prSet presAssocID="{B69E0CE2-975D-5444-84FE-4EF40EF22530}" presName="sibTrans" presStyleLbl="sibTrans2D1" presStyleIdx="0" presStyleCnt="9"/>
      <dgm:spPr/>
    </dgm:pt>
    <dgm:pt modelId="{000636B1-BF40-E649-A56E-62BF0A681F10}" type="pres">
      <dgm:prSet presAssocID="{B69E0CE2-975D-5444-84FE-4EF40EF22530}" presName="connectorText" presStyleLbl="sibTrans2D1" presStyleIdx="0" presStyleCnt="9"/>
      <dgm:spPr/>
    </dgm:pt>
    <dgm:pt modelId="{D0D43028-4BAF-074F-8E0B-7D6AE4122159}" type="pres">
      <dgm:prSet presAssocID="{43638595-F57C-AD46-9E32-150FE7921A98}" presName="node" presStyleLbl="node1" presStyleIdx="1" presStyleCnt="10">
        <dgm:presLayoutVars>
          <dgm:bulletEnabled val="1"/>
        </dgm:presLayoutVars>
      </dgm:prSet>
      <dgm:spPr/>
    </dgm:pt>
    <dgm:pt modelId="{749B2683-861D-EE44-985F-5A46D5429BF6}" type="pres">
      <dgm:prSet presAssocID="{C7895FD0-453A-FE4E-BB8C-F855997A2FC6}" presName="sibTrans" presStyleLbl="sibTrans2D1" presStyleIdx="1" presStyleCnt="9"/>
      <dgm:spPr/>
    </dgm:pt>
    <dgm:pt modelId="{53861DB6-61C6-7D4B-B490-450D5212D061}" type="pres">
      <dgm:prSet presAssocID="{C7895FD0-453A-FE4E-BB8C-F855997A2FC6}" presName="connectorText" presStyleLbl="sibTrans2D1" presStyleIdx="1" presStyleCnt="9"/>
      <dgm:spPr/>
    </dgm:pt>
    <dgm:pt modelId="{7BA062EB-07A5-8440-8C31-F20916CA8BCC}" type="pres">
      <dgm:prSet presAssocID="{70367082-2DDD-3B4A-8F29-72508EC04D29}" presName="node" presStyleLbl="node1" presStyleIdx="2" presStyleCnt="10">
        <dgm:presLayoutVars>
          <dgm:bulletEnabled val="1"/>
        </dgm:presLayoutVars>
      </dgm:prSet>
      <dgm:spPr/>
    </dgm:pt>
    <dgm:pt modelId="{2B6CD454-0B2D-BA47-A48A-3CC04817E675}" type="pres">
      <dgm:prSet presAssocID="{C8B7DA66-6600-0849-87B1-84EDD1B5FA05}" presName="sibTrans" presStyleLbl="sibTrans2D1" presStyleIdx="2" presStyleCnt="9"/>
      <dgm:spPr/>
    </dgm:pt>
    <dgm:pt modelId="{AA83125F-47D1-9642-8DB8-C8BEBBC3EF87}" type="pres">
      <dgm:prSet presAssocID="{C8B7DA66-6600-0849-87B1-84EDD1B5FA05}" presName="connectorText" presStyleLbl="sibTrans2D1" presStyleIdx="2" presStyleCnt="9"/>
      <dgm:spPr/>
    </dgm:pt>
    <dgm:pt modelId="{6BE9B592-79C6-0547-8AA4-F7C336C119F6}" type="pres">
      <dgm:prSet presAssocID="{64531633-71B4-0B42-9C29-EB980AF89393}" presName="node" presStyleLbl="node1" presStyleIdx="3" presStyleCnt="10">
        <dgm:presLayoutVars>
          <dgm:bulletEnabled val="1"/>
        </dgm:presLayoutVars>
      </dgm:prSet>
      <dgm:spPr/>
    </dgm:pt>
    <dgm:pt modelId="{1F504BC7-40A9-0541-99B7-3A79B1DC28D2}" type="pres">
      <dgm:prSet presAssocID="{34490C9F-806E-834C-A5A7-4F7C1C74FBAC}" presName="sibTrans" presStyleLbl="sibTrans2D1" presStyleIdx="3" presStyleCnt="9"/>
      <dgm:spPr/>
    </dgm:pt>
    <dgm:pt modelId="{146BE36E-949A-2F43-A83A-9BB2A9B0F919}" type="pres">
      <dgm:prSet presAssocID="{34490C9F-806E-834C-A5A7-4F7C1C74FBAC}" presName="connectorText" presStyleLbl="sibTrans2D1" presStyleIdx="3" presStyleCnt="9"/>
      <dgm:spPr/>
    </dgm:pt>
    <dgm:pt modelId="{F7F5B38E-230F-0B4F-8127-F89C1548E17B}" type="pres">
      <dgm:prSet presAssocID="{21EB565F-D364-FB44-B300-D096198161E6}" presName="node" presStyleLbl="node1" presStyleIdx="4" presStyleCnt="10">
        <dgm:presLayoutVars>
          <dgm:bulletEnabled val="1"/>
        </dgm:presLayoutVars>
      </dgm:prSet>
      <dgm:spPr/>
    </dgm:pt>
    <dgm:pt modelId="{C7168476-B74E-A94E-91BB-549ABAA75013}" type="pres">
      <dgm:prSet presAssocID="{882FA0A6-101B-7841-97A6-0877EBA08DA5}" presName="sibTrans" presStyleLbl="sibTrans2D1" presStyleIdx="4" presStyleCnt="9"/>
      <dgm:spPr/>
    </dgm:pt>
    <dgm:pt modelId="{3171EF7F-48C6-3749-B6D0-972C639F525E}" type="pres">
      <dgm:prSet presAssocID="{882FA0A6-101B-7841-97A6-0877EBA08DA5}" presName="connectorText" presStyleLbl="sibTrans2D1" presStyleIdx="4" presStyleCnt="9"/>
      <dgm:spPr/>
    </dgm:pt>
    <dgm:pt modelId="{305B4119-BED5-F648-ACB5-E4BA201833E6}" type="pres">
      <dgm:prSet presAssocID="{B5F0FD59-1763-B942-ACFE-00A1F9A3F385}" presName="node" presStyleLbl="node1" presStyleIdx="5" presStyleCnt="10">
        <dgm:presLayoutVars>
          <dgm:bulletEnabled val="1"/>
        </dgm:presLayoutVars>
      </dgm:prSet>
      <dgm:spPr/>
    </dgm:pt>
    <dgm:pt modelId="{08DCC042-B5F0-704E-AF24-8D3F930182E5}" type="pres">
      <dgm:prSet presAssocID="{E0F2C1F0-18E3-F547-8339-D70F8570ACB1}" presName="sibTrans" presStyleLbl="sibTrans2D1" presStyleIdx="5" presStyleCnt="9"/>
      <dgm:spPr/>
    </dgm:pt>
    <dgm:pt modelId="{13B7DA26-3947-5E46-B076-DFD59D7CC737}" type="pres">
      <dgm:prSet presAssocID="{E0F2C1F0-18E3-F547-8339-D70F8570ACB1}" presName="connectorText" presStyleLbl="sibTrans2D1" presStyleIdx="5" presStyleCnt="9"/>
      <dgm:spPr/>
    </dgm:pt>
    <dgm:pt modelId="{D450794D-92CF-F449-AD02-66748DD30C7D}" type="pres">
      <dgm:prSet presAssocID="{6912FBA2-7544-A042-9AFF-5225140C9F8A}" presName="node" presStyleLbl="node1" presStyleIdx="6" presStyleCnt="10">
        <dgm:presLayoutVars>
          <dgm:bulletEnabled val="1"/>
        </dgm:presLayoutVars>
      </dgm:prSet>
      <dgm:spPr/>
    </dgm:pt>
    <dgm:pt modelId="{84FF452D-9B71-234F-92AB-2B4E0C1EE72E}" type="pres">
      <dgm:prSet presAssocID="{DF265CCC-0AAD-C44E-828C-837EDA314E96}" presName="sibTrans" presStyleLbl="sibTrans2D1" presStyleIdx="6" presStyleCnt="9"/>
      <dgm:spPr/>
    </dgm:pt>
    <dgm:pt modelId="{ADFA25D5-A68B-284C-9431-9C59CC516DD1}" type="pres">
      <dgm:prSet presAssocID="{DF265CCC-0AAD-C44E-828C-837EDA314E96}" presName="connectorText" presStyleLbl="sibTrans2D1" presStyleIdx="6" presStyleCnt="9"/>
      <dgm:spPr/>
    </dgm:pt>
    <dgm:pt modelId="{760E580F-6BC5-054E-A496-6B1E6D06618C}" type="pres">
      <dgm:prSet presAssocID="{3DF8B025-407B-C24B-B396-D8C66CD575EA}" presName="node" presStyleLbl="node1" presStyleIdx="7" presStyleCnt="10">
        <dgm:presLayoutVars>
          <dgm:bulletEnabled val="1"/>
        </dgm:presLayoutVars>
      </dgm:prSet>
      <dgm:spPr/>
    </dgm:pt>
    <dgm:pt modelId="{5C74FB61-9A93-354A-85D0-8726AABF5385}" type="pres">
      <dgm:prSet presAssocID="{C7760B3A-DE4A-5845-BC6A-2CD03894C3C8}" presName="sibTrans" presStyleLbl="sibTrans2D1" presStyleIdx="7" presStyleCnt="9"/>
      <dgm:spPr/>
    </dgm:pt>
    <dgm:pt modelId="{EAB7361F-BD60-9F4F-8CEB-8835C020A4E4}" type="pres">
      <dgm:prSet presAssocID="{C7760B3A-DE4A-5845-BC6A-2CD03894C3C8}" presName="connectorText" presStyleLbl="sibTrans2D1" presStyleIdx="7" presStyleCnt="9"/>
      <dgm:spPr/>
    </dgm:pt>
    <dgm:pt modelId="{125918BA-9DC8-E84D-B749-46ED8064DFD9}" type="pres">
      <dgm:prSet presAssocID="{F201BA46-352E-6443-AB4E-6BFE9ED6AFB4}" presName="node" presStyleLbl="node1" presStyleIdx="8" presStyleCnt="10">
        <dgm:presLayoutVars>
          <dgm:bulletEnabled val="1"/>
        </dgm:presLayoutVars>
      </dgm:prSet>
      <dgm:spPr/>
    </dgm:pt>
    <dgm:pt modelId="{A98D83A2-B308-A54B-8E39-01D10259AF8D}" type="pres">
      <dgm:prSet presAssocID="{A939B388-7B1B-1C43-ADD0-5814886B821B}" presName="sibTrans" presStyleLbl="sibTrans2D1" presStyleIdx="8" presStyleCnt="9"/>
      <dgm:spPr/>
    </dgm:pt>
    <dgm:pt modelId="{F95B8E79-4304-5C40-B9FC-B0ECB484DFCC}" type="pres">
      <dgm:prSet presAssocID="{A939B388-7B1B-1C43-ADD0-5814886B821B}" presName="connectorText" presStyleLbl="sibTrans2D1" presStyleIdx="8" presStyleCnt="9"/>
      <dgm:spPr/>
    </dgm:pt>
    <dgm:pt modelId="{222E1E1F-B159-A647-973C-D2DD98223FCE}" type="pres">
      <dgm:prSet presAssocID="{86B13C19-6D3F-DD4C-BFC7-1F3B4557B8BA}" presName="node" presStyleLbl="node1" presStyleIdx="9" presStyleCnt="10">
        <dgm:presLayoutVars>
          <dgm:bulletEnabled val="1"/>
        </dgm:presLayoutVars>
      </dgm:prSet>
      <dgm:spPr/>
    </dgm:pt>
  </dgm:ptLst>
  <dgm:cxnLst>
    <dgm:cxn modelId="{15E5980E-387F-FB48-A089-36D28633E984}" type="presOf" srcId="{697DF425-6B13-6640-B800-B750F80E2085}" destId="{20FCA0F9-B653-0C42-8734-8866C997C923}" srcOrd="0" destOrd="0" presId="urn:microsoft.com/office/officeart/2005/8/layout/process1"/>
    <dgm:cxn modelId="{EA419F10-2AFF-AF47-ACCB-5F43B22D5E2A}" type="presOf" srcId="{34490C9F-806E-834C-A5A7-4F7C1C74FBAC}" destId="{146BE36E-949A-2F43-A83A-9BB2A9B0F919}" srcOrd="1" destOrd="0" presId="urn:microsoft.com/office/officeart/2005/8/layout/process1"/>
    <dgm:cxn modelId="{3D5D1C1C-8741-BB4D-86CC-BFA3DC9D12F2}" type="presOf" srcId="{C8B7DA66-6600-0849-87B1-84EDD1B5FA05}" destId="{AA83125F-47D1-9642-8DB8-C8BEBBC3EF87}" srcOrd="1" destOrd="0" presId="urn:microsoft.com/office/officeart/2005/8/layout/process1"/>
    <dgm:cxn modelId="{DE4ADB1E-AFBB-4D4C-A4EA-70DF3BC8A18C}" srcId="{697DF425-6B13-6640-B800-B750F80E2085}" destId="{64531633-71B4-0B42-9C29-EB980AF89393}" srcOrd="3" destOrd="0" parTransId="{91BE3431-DFE2-8F45-8874-F79ADDE53BB5}" sibTransId="{34490C9F-806E-834C-A5A7-4F7C1C74FBAC}"/>
    <dgm:cxn modelId="{D5B4B22D-FAF3-E94B-95F2-1B768F7A93AC}" type="presOf" srcId="{6912FBA2-7544-A042-9AFF-5225140C9F8A}" destId="{D450794D-92CF-F449-AD02-66748DD30C7D}" srcOrd="0" destOrd="0" presId="urn:microsoft.com/office/officeart/2005/8/layout/process1"/>
    <dgm:cxn modelId="{63E62C38-11B3-B74C-AC96-EE92A9AD0D9D}" type="presOf" srcId="{E0F2C1F0-18E3-F547-8339-D70F8570ACB1}" destId="{13B7DA26-3947-5E46-B076-DFD59D7CC737}" srcOrd="1" destOrd="0" presId="urn:microsoft.com/office/officeart/2005/8/layout/process1"/>
    <dgm:cxn modelId="{16193738-3410-E344-B37C-E079FA22897D}" type="presOf" srcId="{C7760B3A-DE4A-5845-BC6A-2CD03894C3C8}" destId="{5C74FB61-9A93-354A-85D0-8726AABF5385}" srcOrd="0" destOrd="0" presId="urn:microsoft.com/office/officeart/2005/8/layout/process1"/>
    <dgm:cxn modelId="{D6992B3C-508C-2349-A3A7-E8A86C2936CF}" type="presOf" srcId="{882FA0A6-101B-7841-97A6-0877EBA08DA5}" destId="{3171EF7F-48C6-3749-B6D0-972C639F525E}" srcOrd="1" destOrd="0" presId="urn:microsoft.com/office/officeart/2005/8/layout/process1"/>
    <dgm:cxn modelId="{25BB2C4F-339D-6F4A-B99E-02B8B9350DC1}" type="presOf" srcId="{64531633-71B4-0B42-9C29-EB980AF89393}" destId="{6BE9B592-79C6-0547-8AA4-F7C336C119F6}" srcOrd="0" destOrd="0" presId="urn:microsoft.com/office/officeart/2005/8/layout/process1"/>
    <dgm:cxn modelId="{792A3D52-E545-224B-AEA4-E1EC57ED1F23}" srcId="{697DF425-6B13-6640-B800-B750F80E2085}" destId="{B5F0FD59-1763-B942-ACFE-00A1F9A3F385}" srcOrd="5" destOrd="0" parTransId="{18C2CBFD-C0C7-FA48-BA21-EC4A2CCA09E8}" sibTransId="{E0F2C1F0-18E3-F547-8339-D70F8570ACB1}"/>
    <dgm:cxn modelId="{9716F852-199A-6240-B048-633F6B7AE770}" type="presOf" srcId="{C7760B3A-DE4A-5845-BC6A-2CD03894C3C8}" destId="{EAB7361F-BD60-9F4F-8CEB-8835C020A4E4}" srcOrd="1" destOrd="0" presId="urn:microsoft.com/office/officeart/2005/8/layout/process1"/>
    <dgm:cxn modelId="{1C429857-7C44-7A4A-94DE-081A33D9B3E2}" type="presOf" srcId="{C7895FD0-453A-FE4E-BB8C-F855997A2FC6}" destId="{53861DB6-61C6-7D4B-B490-450D5212D061}" srcOrd="1" destOrd="0" presId="urn:microsoft.com/office/officeart/2005/8/layout/process1"/>
    <dgm:cxn modelId="{01A65158-53DF-1A45-AB84-EC138B78891F}" type="presOf" srcId="{F201BA46-352E-6443-AB4E-6BFE9ED6AFB4}" destId="{125918BA-9DC8-E84D-B749-46ED8064DFD9}" srcOrd="0" destOrd="0" presId="urn:microsoft.com/office/officeart/2005/8/layout/process1"/>
    <dgm:cxn modelId="{E2F96F5B-E85B-8F4C-9AB8-8F3730F0E419}" type="presOf" srcId="{B5F0FD59-1763-B942-ACFE-00A1F9A3F385}" destId="{305B4119-BED5-F648-ACB5-E4BA201833E6}" srcOrd="0" destOrd="0" presId="urn:microsoft.com/office/officeart/2005/8/layout/process1"/>
    <dgm:cxn modelId="{CDF0DE5C-B4BD-EF4D-87C7-BDE5E1EDC8C4}" type="presOf" srcId="{34490C9F-806E-834C-A5A7-4F7C1C74FBAC}" destId="{1F504BC7-40A9-0541-99B7-3A79B1DC28D2}" srcOrd="0" destOrd="0" presId="urn:microsoft.com/office/officeart/2005/8/layout/process1"/>
    <dgm:cxn modelId="{A28D976A-CEBF-6546-8995-0102661A4FA6}" type="presOf" srcId="{B69E0CE2-975D-5444-84FE-4EF40EF22530}" destId="{C22761B4-1C44-4449-A6D8-866847BDFCDF}" srcOrd="0" destOrd="0" presId="urn:microsoft.com/office/officeart/2005/8/layout/process1"/>
    <dgm:cxn modelId="{55CC5B7A-45BD-EE4F-867F-F05540BCD468}" type="presOf" srcId="{C8B7DA66-6600-0849-87B1-84EDD1B5FA05}" destId="{2B6CD454-0B2D-BA47-A48A-3CC04817E675}" srcOrd="0" destOrd="0" presId="urn:microsoft.com/office/officeart/2005/8/layout/process1"/>
    <dgm:cxn modelId="{2FE0D97C-D001-9148-BF4B-38EF5976CAB6}" type="presOf" srcId="{2AB9C984-76F4-7645-B7CC-991577DDCB1D}" destId="{F96853F2-2DBB-E945-B930-BF8588310D2F}" srcOrd="0" destOrd="0" presId="urn:microsoft.com/office/officeart/2005/8/layout/process1"/>
    <dgm:cxn modelId="{0B0AED7C-06F9-2D41-94B3-D208ACB49E1A}" type="presOf" srcId="{A939B388-7B1B-1C43-ADD0-5814886B821B}" destId="{A98D83A2-B308-A54B-8E39-01D10259AF8D}" srcOrd="0" destOrd="0" presId="urn:microsoft.com/office/officeart/2005/8/layout/process1"/>
    <dgm:cxn modelId="{18141095-D5C9-474F-A8F0-2B78C37832BD}" srcId="{697DF425-6B13-6640-B800-B750F80E2085}" destId="{2AB9C984-76F4-7645-B7CC-991577DDCB1D}" srcOrd="0" destOrd="0" parTransId="{3A655679-6137-C641-AA88-E345890DB872}" sibTransId="{B69E0CE2-975D-5444-84FE-4EF40EF22530}"/>
    <dgm:cxn modelId="{E6053795-0CFF-184E-87DD-AEE3010B8F32}" srcId="{697DF425-6B13-6640-B800-B750F80E2085}" destId="{6912FBA2-7544-A042-9AFF-5225140C9F8A}" srcOrd="6" destOrd="0" parTransId="{56A43096-C870-304A-B897-3C13F8A4E690}" sibTransId="{DF265CCC-0AAD-C44E-828C-837EDA314E96}"/>
    <dgm:cxn modelId="{515C7E99-C1F3-BC47-951B-734C65AFB1B9}" type="presOf" srcId="{43638595-F57C-AD46-9E32-150FE7921A98}" destId="{D0D43028-4BAF-074F-8E0B-7D6AE4122159}" srcOrd="0" destOrd="0" presId="urn:microsoft.com/office/officeart/2005/8/layout/process1"/>
    <dgm:cxn modelId="{DCADED9C-7B2A-C744-97EF-4F007D556A8E}" type="presOf" srcId="{86B13C19-6D3F-DD4C-BFC7-1F3B4557B8BA}" destId="{222E1E1F-B159-A647-973C-D2DD98223FCE}" srcOrd="0" destOrd="0" presId="urn:microsoft.com/office/officeart/2005/8/layout/process1"/>
    <dgm:cxn modelId="{C595159D-99DD-334F-85F8-9F8B7C3281E5}" type="presOf" srcId="{E0F2C1F0-18E3-F547-8339-D70F8570ACB1}" destId="{08DCC042-B5F0-704E-AF24-8D3F930182E5}" srcOrd="0" destOrd="0" presId="urn:microsoft.com/office/officeart/2005/8/layout/process1"/>
    <dgm:cxn modelId="{9F05BC9E-E9A8-6244-9DDB-9EB9708197E5}" srcId="{697DF425-6B13-6640-B800-B750F80E2085}" destId="{43638595-F57C-AD46-9E32-150FE7921A98}" srcOrd="1" destOrd="0" parTransId="{D547EF98-401B-6745-853F-534166E74922}" sibTransId="{C7895FD0-453A-FE4E-BB8C-F855997A2FC6}"/>
    <dgm:cxn modelId="{2A3B1AA0-0998-CA49-B222-920529BEB87B}" type="presOf" srcId="{882FA0A6-101B-7841-97A6-0877EBA08DA5}" destId="{C7168476-B74E-A94E-91BB-549ABAA75013}" srcOrd="0" destOrd="0" presId="urn:microsoft.com/office/officeart/2005/8/layout/process1"/>
    <dgm:cxn modelId="{2CCCBBAA-6A3E-CD43-8B02-B15D7B636291}" srcId="{697DF425-6B13-6640-B800-B750F80E2085}" destId="{70367082-2DDD-3B4A-8F29-72508EC04D29}" srcOrd="2" destOrd="0" parTransId="{3EB67638-9BB6-8F44-A892-DE41F0C9DD5E}" sibTransId="{C8B7DA66-6600-0849-87B1-84EDD1B5FA05}"/>
    <dgm:cxn modelId="{AFB3F0B2-C7E7-F446-A442-C6B89C20BE0E}" srcId="{697DF425-6B13-6640-B800-B750F80E2085}" destId="{F201BA46-352E-6443-AB4E-6BFE9ED6AFB4}" srcOrd="8" destOrd="0" parTransId="{EBBE650C-A975-EA44-844A-D423C7D0459C}" sibTransId="{A939B388-7B1B-1C43-ADD0-5814886B821B}"/>
    <dgm:cxn modelId="{2F7B06B6-4BA0-EB4D-A7DC-B7A841866AE6}" type="presOf" srcId="{3DF8B025-407B-C24B-B396-D8C66CD575EA}" destId="{760E580F-6BC5-054E-A496-6B1E6D06618C}" srcOrd="0" destOrd="0" presId="urn:microsoft.com/office/officeart/2005/8/layout/process1"/>
    <dgm:cxn modelId="{1CB24EBE-335B-0641-9A69-A953EA1F280C}" type="presOf" srcId="{DF265CCC-0AAD-C44E-828C-837EDA314E96}" destId="{84FF452D-9B71-234F-92AB-2B4E0C1EE72E}" srcOrd="0" destOrd="0" presId="urn:microsoft.com/office/officeart/2005/8/layout/process1"/>
    <dgm:cxn modelId="{B07B05BF-9FF1-EB48-9820-F91D03CF6012}" type="presOf" srcId="{DF265CCC-0AAD-C44E-828C-837EDA314E96}" destId="{ADFA25D5-A68B-284C-9431-9C59CC516DD1}" srcOrd="1" destOrd="0" presId="urn:microsoft.com/office/officeart/2005/8/layout/process1"/>
    <dgm:cxn modelId="{49A46ABF-EEC9-CA43-9D66-6270ABA3DC09}" srcId="{697DF425-6B13-6640-B800-B750F80E2085}" destId="{3DF8B025-407B-C24B-B396-D8C66CD575EA}" srcOrd="7" destOrd="0" parTransId="{7A94E9A2-70AA-5B43-AD22-96125E2EC8E4}" sibTransId="{C7760B3A-DE4A-5845-BC6A-2CD03894C3C8}"/>
    <dgm:cxn modelId="{87B999C3-C805-7147-ABA2-3A9C89535FF4}" type="presOf" srcId="{C7895FD0-453A-FE4E-BB8C-F855997A2FC6}" destId="{749B2683-861D-EE44-985F-5A46D5429BF6}" srcOrd="0" destOrd="0" presId="urn:microsoft.com/office/officeart/2005/8/layout/process1"/>
    <dgm:cxn modelId="{381FABE2-930B-D344-A1E1-133B1ED302A8}" type="presOf" srcId="{21EB565F-D364-FB44-B300-D096198161E6}" destId="{F7F5B38E-230F-0B4F-8127-F89C1548E17B}" srcOrd="0" destOrd="0" presId="urn:microsoft.com/office/officeart/2005/8/layout/process1"/>
    <dgm:cxn modelId="{4458DCE5-60AB-CF46-A160-E053EAB1F5B8}" srcId="{697DF425-6B13-6640-B800-B750F80E2085}" destId="{86B13C19-6D3F-DD4C-BFC7-1F3B4557B8BA}" srcOrd="9" destOrd="0" parTransId="{2EE94C37-5626-E144-9C22-028E7EDDABAE}" sibTransId="{7119C7F9-07E4-B34B-894F-2893A5B096C7}"/>
    <dgm:cxn modelId="{FB9B9DF3-D5D2-9A4A-B095-69FD14F2C8EE}" type="presOf" srcId="{70367082-2DDD-3B4A-8F29-72508EC04D29}" destId="{7BA062EB-07A5-8440-8C31-F20916CA8BCC}" srcOrd="0" destOrd="0" presId="urn:microsoft.com/office/officeart/2005/8/layout/process1"/>
    <dgm:cxn modelId="{F2E672F5-5BBB-A247-93CB-7A438EFB9726}" type="presOf" srcId="{B69E0CE2-975D-5444-84FE-4EF40EF22530}" destId="{000636B1-BF40-E649-A56E-62BF0A681F10}" srcOrd="1" destOrd="0" presId="urn:microsoft.com/office/officeart/2005/8/layout/process1"/>
    <dgm:cxn modelId="{89A833FB-BD92-7C44-A64B-39E3E9D2C5AB}" srcId="{697DF425-6B13-6640-B800-B750F80E2085}" destId="{21EB565F-D364-FB44-B300-D096198161E6}" srcOrd="4" destOrd="0" parTransId="{93F6552D-4F4A-B24E-8B6C-E03361E4FD92}" sibTransId="{882FA0A6-101B-7841-97A6-0877EBA08DA5}"/>
    <dgm:cxn modelId="{12D444FC-182C-854F-824D-BD33D88C3CF0}" type="presOf" srcId="{A939B388-7B1B-1C43-ADD0-5814886B821B}" destId="{F95B8E79-4304-5C40-B9FC-B0ECB484DFCC}" srcOrd="1" destOrd="0" presId="urn:microsoft.com/office/officeart/2005/8/layout/process1"/>
    <dgm:cxn modelId="{90FC0278-9526-7442-B323-B6A1E7011FE9}" type="presParOf" srcId="{20FCA0F9-B653-0C42-8734-8866C997C923}" destId="{F96853F2-2DBB-E945-B930-BF8588310D2F}" srcOrd="0" destOrd="0" presId="urn:microsoft.com/office/officeart/2005/8/layout/process1"/>
    <dgm:cxn modelId="{5B7992E0-231F-E54F-8D56-E3906869EAAA}" type="presParOf" srcId="{20FCA0F9-B653-0C42-8734-8866C997C923}" destId="{C22761B4-1C44-4449-A6D8-866847BDFCDF}" srcOrd="1" destOrd="0" presId="urn:microsoft.com/office/officeart/2005/8/layout/process1"/>
    <dgm:cxn modelId="{C5C89BED-99E0-114E-BC0A-11E4C8E349FD}" type="presParOf" srcId="{C22761B4-1C44-4449-A6D8-866847BDFCDF}" destId="{000636B1-BF40-E649-A56E-62BF0A681F10}" srcOrd="0" destOrd="0" presId="urn:microsoft.com/office/officeart/2005/8/layout/process1"/>
    <dgm:cxn modelId="{351CE0F5-6E30-0849-992D-67F3D179F425}" type="presParOf" srcId="{20FCA0F9-B653-0C42-8734-8866C997C923}" destId="{D0D43028-4BAF-074F-8E0B-7D6AE4122159}" srcOrd="2" destOrd="0" presId="urn:microsoft.com/office/officeart/2005/8/layout/process1"/>
    <dgm:cxn modelId="{727C3FAB-8A17-4646-BE2B-52A7C04D8129}" type="presParOf" srcId="{20FCA0F9-B653-0C42-8734-8866C997C923}" destId="{749B2683-861D-EE44-985F-5A46D5429BF6}" srcOrd="3" destOrd="0" presId="urn:microsoft.com/office/officeart/2005/8/layout/process1"/>
    <dgm:cxn modelId="{C7EE6A82-A2A9-BD40-B6A8-59F12DAE53D8}" type="presParOf" srcId="{749B2683-861D-EE44-985F-5A46D5429BF6}" destId="{53861DB6-61C6-7D4B-B490-450D5212D061}" srcOrd="0" destOrd="0" presId="urn:microsoft.com/office/officeart/2005/8/layout/process1"/>
    <dgm:cxn modelId="{745664A9-7883-3D43-9D03-A74F46B52055}" type="presParOf" srcId="{20FCA0F9-B653-0C42-8734-8866C997C923}" destId="{7BA062EB-07A5-8440-8C31-F20916CA8BCC}" srcOrd="4" destOrd="0" presId="urn:microsoft.com/office/officeart/2005/8/layout/process1"/>
    <dgm:cxn modelId="{2D47DD62-AFEA-3049-9553-3D36A93DF5BF}" type="presParOf" srcId="{20FCA0F9-B653-0C42-8734-8866C997C923}" destId="{2B6CD454-0B2D-BA47-A48A-3CC04817E675}" srcOrd="5" destOrd="0" presId="urn:microsoft.com/office/officeart/2005/8/layout/process1"/>
    <dgm:cxn modelId="{E6394FF2-D82D-AA40-9608-278DEA1D4E14}" type="presParOf" srcId="{2B6CD454-0B2D-BA47-A48A-3CC04817E675}" destId="{AA83125F-47D1-9642-8DB8-C8BEBBC3EF87}" srcOrd="0" destOrd="0" presId="urn:microsoft.com/office/officeart/2005/8/layout/process1"/>
    <dgm:cxn modelId="{7A3777CB-D095-2D40-B7C9-E80F21D1FE82}" type="presParOf" srcId="{20FCA0F9-B653-0C42-8734-8866C997C923}" destId="{6BE9B592-79C6-0547-8AA4-F7C336C119F6}" srcOrd="6" destOrd="0" presId="urn:microsoft.com/office/officeart/2005/8/layout/process1"/>
    <dgm:cxn modelId="{07826CF1-AF04-1A40-8D83-51A9F32915B7}" type="presParOf" srcId="{20FCA0F9-B653-0C42-8734-8866C997C923}" destId="{1F504BC7-40A9-0541-99B7-3A79B1DC28D2}" srcOrd="7" destOrd="0" presId="urn:microsoft.com/office/officeart/2005/8/layout/process1"/>
    <dgm:cxn modelId="{2F27184C-1315-4B44-8E77-EBB4DE15137B}" type="presParOf" srcId="{1F504BC7-40A9-0541-99B7-3A79B1DC28D2}" destId="{146BE36E-949A-2F43-A83A-9BB2A9B0F919}" srcOrd="0" destOrd="0" presId="urn:microsoft.com/office/officeart/2005/8/layout/process1"/>
    <dgm:cxn modelId="{11E20FD4-7FF0-2440-BFC0-49A23626AE9E}" type="presParOf" srcId="{20FCA0F9-B653-0C42-8734-8866C997C923}" destId="{F7F5B38E-230F-0B4F-8127-F89C1548E17B}" srcOrd="8" destOrd="0" presId="urn:microsoft.com/office/officeart/2005/8/layout/process1"/>
    <dgm:cxn modelId="{4C5FCCE1-F5ED-8442-8151-F31123D1D600}" type="presParOf" srcId="{20FCA0F9-B653-0C42-8734-8866C997C923}" destId="{C7168476-B74E-A94E-91BB-549ABAA75013}" srcOrd="9" destOrd="0" presId="urn:microsoft.com/office/officeart/2005/8/layout/process1"/>
    <dgm:cxn modelId="{B4647C6D-BF26-0444-A3B3-499FFF8D2D9E}" type="presParOf" srcId="{C7168476-B74E-A94E-91BB-549ABAA75013}" destId="{3171EF7F-48C6-3749-B6D0-972C639F525E}" srcOrd="0" destOrd="0" presId="urn:microsoft.com/office/officeart/2005/8/layout/process1"/>
    <dgm:cxn modelId="{B93D46A9-6A8E-F74C-BE06-B402E7D568FC}" type="presParOf" srcId="{20FCA0F9-B653-0C42-8734-8866C997C923}" destId="{305B4119-BED5-F648-ACB5-E4BA201833E6}" srcOrd="10" destOrd="0" presId="urn:microsoft.com/office/officeart/2005/8/layout/process1"/>
    <dgm:cxn modelId="{4CBF6579-C0DB-C646-B12B-29B104F286AF}" type="presParOf" srcId="{20FCA0F9-B653-0C42-8734-8866C997C923}" destId="{08DCC042-B5F0-704E-AF24-8D3F930182E5}" srcOrd="11" destOrd="0" presId="urn:microsoft.com/office/officeart/2005/8/layout/process1"/>
    <dgm:cxn modelId="{81B718F2-E4F1-134E-A7A5-69148BC2A646}" type="presParOf" srcId="{08DCC042-B5F0-704E-AF24-8D3F930182E5}" destId="{13B7DA26-3947-5E46-B076-DFD59D7CC737}" srcOrd="0" destOrd="0" presId="urn:microsoft.com/office/officeart/2005/8/layout/process1"/>
    <dgm:cxn modelId="{2F94A7B4-31F9-1441-AE40-D986983DEFB1}" type="presParOf" srcId="{20FCA0F9-B653-0C42-8734-8866C997C923}" destId="{D450794D-92CF-F449-AD02-66748DD30C7D}" srcOrd="12" destOrd="0" presId="urn:microsoft.com/office/officeart/2005/8/layout/process1"/>
    <dgm:cxn modelId="{CA004674-E1F9-BD43-A88E-E7459F78C23D}" type="presParOf" srcId="{20FCA0F9-B653-0C42-8734-8866C997C923}" destId="{84FF452D-9B71-234F-92AB-2B4E0C1EE72E}" srcOrd="13" destOrd="0" presId="urn:microsoft.com/office/officeart/2005/8/layout/process1"/>
    <dgm:cxn modelId="{C2897EB7-1FBB-BD48-BCDF-DC8CA8D520A3}" type="presParOf" srcId="{84FF452D-9B71-234F-92AB-2B4E0C1EE72E}" destId="{ADFA25D5-A68B-284C-9431-9C59CC516DD1}" srcOrd="0" destOrd="0" presId="urn:microsoft.com/office/officeart/2005/8/layout/process1"/>
    <dgm:cxn modelId="{FD5666C5-856C-EE4A-9FBC-E56EDFCED303}" type="presParOf" srcId="{20FCA0F9-B653-0C42-8734-8866C997C923}" destId="{760E580F-6BC5-054E-A496-6B1E6D06618C}" srcOrd="14" destOrd="0" presId="urn:microsoft.com/office/officeart/2005/8/layout/process1"/>
    <dgm:cxn modelId="{7CD7BB8D-4352-D147-B745-96B6E021784A}" type="presParOf" srcId="{20FCA0F9-B653-0C42-8734-8866C997C923}" destId="{5C74FB61-9A93-354A-85D0-8726AABF5385}" srcOrd="15" destOrd="0" presId="urn:microsoft.com/office/officeart/2005/8/layout/process1"/>
    <dgm:cxn modelId="{85F059C7-723F-E14C-81C4-238260123685}" type="presParOf" srcId="{5C74FB61-9A93-354A-85D0-8726AABF5385}" destId="{EAB7361F-BD60-9F4F-8CEB-8835C020A4E4}" srcOrd="0" destOrd="0" presId="urn:microsoft.com/office/officeart/2005/8/layout/process1"/>
    <dgm:cxn modelId="{BB8CDD29-A860-1644-A39D-CEAEF048F89A}" type="presParOf" srcId="{20FCA0F9-B653-0C42-8734-8866C997C923}" destId="{125918BA-9DC8-E84D-B749-46ED8064DFD9}" srcOrd="16" destOrd="0" presId="urn:microsoft.com/office/officeart/2005/8/layout/process1"/>
    <dgm:cxn modelId="{4935BDA8-D280-9F49-B167-D8D2D4F8F729}" type="presParOf" srcId="{20FCA0F9-B653-0C42-8734-8866C997C923}" destId="{A98D83A2-B308-A54B-8E39-01D10259AF8D}" srcOrd="17" destOrd="0" presId="urn:microsoft.com/office/officeart/2005/8/layout/process1"/>
    <dgm:cxn modelId="{78CA4177-C37D-6C42-92E0-3D27425E0CDE}" type="presParOf" srcId="{A98D83A2-B308-A54B-8E39-01D10259AF8D}" destId="{F95B8E79-4304-5C40-B9FC-B0ECB484DFCC}" srcOrd="0" destOrd="0" presId="urn:microsoft.com/office/officeart/2005/8/layout/process1"/>
    <dgm:cxn modelId="{EB7B6509-62EC-E243-B0BA-2B2D063512A2}" type="presParOf" srcId="{20FCA0F9-B653-0C42-8734-8866C997C923}" destId="{222E1E1F-B159-A647-973C-D2DD98223FCE}" srcOrd="1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97DF425-6B13-6640-B800-B750F80E2085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B9C984-76F4-7645-B7CC-991577DDCB1D}">
      <dgm:prSet/>
      <dgm:spPr/>
      <dgm:t>
        <a:bodyPr/>
        <a:lstStyle/>
        <a:p>
          <a:r>
            <a:rPr lang="en-US" b="0" i="0"/>
            <a:t>M </a:t>
          </a:r>
          <a:endParaRPr lang="en-US"/>
        </a:p>
      </dgm:t>
    </dgm:pt>
    <dgm:pt modelId="{3A655679-6137-C641-AA88-E345890DB872}" type="parTrans" cxnId="{18141095-D5C9-474F-A8F0-2B78C37832BD}">
      <dgm:prSet/>
      <dgm:spPr/>
      <dgm:t>
        <a:bodyPr/>
        <a:lstStyle/>
        <a:p>
          <a:endParaRPr lang="en-US"/>
        </a:p>
      </dgm:t>
    </dgm:pt>
    <dgm:pt modelId="{B69E0CE2-975D-5444-84FE-4EF40EF22530}" type="sibTrans" cxnId="{18141095-D5C9-474F-A8F0-2B78C37832BD}">
      <dgm:prSet/>
      <dgm:spPr/>
      <dgm:t>
        <a:bodyPr/>
        <a:lstStyle/>
        <a:p>
          <a:endParaRPr lang="en-US"/>
        </a:p>
      </dgm:t>
    </dgm:pt>
    <dgm:pt modelId="{43638595-F57C-AD46-9E32-150FE7921A98}">
      <dgm:prSet/>
      <dgm:spPr/>
      <dgm:t>
        <a:bodyPr/>
        <a:lstStyle/>
        <a:p>
          <a:r>
            <a:rPr lang="en-US" b="0" i="0" dirty="0"/>
            <a:t>T </a:t>
          </a:r>
          <a:endParaRPr lang="en-US" dirty="0"/>
        </a:p>
      </dgm:t>
    </dgm:pt>
    <dgm:pt modelId="{D547EF98-401B-6745-853F-534166E74922}" type="parTrans" cxnId="{9F05BC9E-E9A8-6244-9DDB-9EB9708197E5}">
      <dgm:prSet/>
      <dgm:spPr/>
      <dgm:t>
        <a:bodyPr/>
        <a:lstStyle/>
        <a:p>
          <a:endParaRPr lang="en-US"/>
        </a:p>
      </dgm:t>
    </dgm:pt>
    <dgm:pt modelId="{C7895FD0-453A-FE4E-BB8C-F855997A2FC6}" type="sibTrans" cxnId="{9F05BC9E-E9A8-6244-9DDB-9EB9708197E5}">
      <dgm:prSet/>
      <dgm:spPr/>
      <dgm:t>
        <a:bodyPr/>
        <a:lstStyle/>
        <a:p>
          <a:endParaRPr lang="en-US"/>
        </a:p>
      </dgm:t>
    </dgm:pt>
    <dgm:pt modelId="{70367082-2DDD-3B4A-8F29-72508EC04D29}">
      <dgm:prSet/>
      <dgm:spPr/>
      <dgm:t>
        <a:bodyPr/>
        <a:lstStyle/>
        <a:p>
          <a:r>
            <a:rPr lang="en-US" b="0" i="0"/>
            <a:t>I </a:t>
          </a:r>
          <a:endParaRPr lang="en-US"/>
        </a:p>
      </dgm:t>
    </dgm:pt>
    <dgm:pt modelId="{3EB67638-9BB6-8F44-A892-DE41F0C9DD5E}" type="parTrans" cxnId="{2CCCBBAA-6A3E-CD43-8B02-B15D7B636291}">
      <dgm:prSet/>
      <dgm:spPr/>
      <dgm:t>
        <a:bodyPr/>
        <a:lstStyle/>
        <a:p>
          <a:endParaRPr lang="en-US"/>
        </a:p>
      </dgm:t>
    </dgm:pt>
    <dgm:pt modelId="{C8B7DA66-6600-0849-87B1-84EDD1B5FA05}" type="sibTrans" cxnId="{2CCCBBAA-6A3E-CD43-8B02-B15D7B636291}">
      <dgm:prSet/>
      <dgm:spPr/>
      <dgm:t>
        <a:bodyPr/>
        <a:lstStyle/>
        <a:p>
          <a:endParaRPr lang="en-US"/>
        </a:p>
      </dgm:t>
    </dgm:pt>
    <dgm:pt modelId="{64531633-71B4-0B42-9C29-EB980AF89393}">
      <dgm:prSet/>
      <dgm:spPr/>
      <dgm:t>
        <a:bodyPr/>
        <a:lstStyle/>
        <a:p>
          <a:r>
            <a:rPr lang="en-US" b="0" i="0" dirty="0"/>
            <a:t>L </a:t>
          </a:r>
          <a:endParaRPr lang="en-US" dirty="0"/>
        </a:p>
      </dgm:t>
    </dgm:pt>
    <dgm:pt modelId="{91BE3431-DFE2-8F45-8874-F79ADDE53BB5}" type="parTrans" cxnId="{DE4ADB1E-AFBB-4D4C-A4EA-70DF3BC8A18C}">
      <dgm:prSet/>
      <dgm:spPr/>
      <dgm:t>
        <a:bodyPr/>
        <a:lstStyle/>
        <a:p>
          <a:endParaRPr lang="en-US"/>
        </a:p>
      </dgm:t>
    </dgm:pt>
    <dgm:pt modelId="{34490C9F-806E-834C-A5A7-4F7C1C74FBAC}" type="sibTrans" cxnId="{DE4ADB1E-AFBB-4D4C-A4EA-70DF3BC8A18C}">
      <dgm:prSet/>
      <dgm:spPr/>
      <dgm:t>
        <a:bodyPr/>
        <a:lstStyle/>
        <a:p>
          <a:endParaRPr lang="en-US"/>
        </a:p>
      </dgm:t>
    </dgm:pt>
    <dgm:pt modelId="{21EB565F-D364-FB44-B300-D096198161E6}">
      <dgm:prSet/>
      <dgm:spPr/>
      <dgm:t>
        <a:bodyPr/>
        <a:lstStyle/>
        <a:p>
          <a:r>
            <a:rPr lang="en-US" b="0" i="0"/>
            <a:t>F </a:t>
          </a:r>
          <a:endParaRPr lang="en-US"/>
        </a:p>
      </dgm:t>
    </dgm:pt>
    <dgm:pt modelId="{93F6552D-4F4A-B24E-8B6C-E03361E4FD92}" type="parTrans" cxnId="{89A833FB-BD92-7C44-A64B-39E3E9D2C5AB}">
      <dgm:prSet/>
      <dgm:spPr/>
      <dgm:t>
        <a:bodyPr/>
        <a:lstStyle/>
        <a:p>
          <a:endParaRPr lang="en-US"/>
        </a:p>
      </dgm:t>
    </dgm:pt>
    <dgm:pt modelId="{882FA0A6-101B-7841-97A6-0877EBA08DA5}" type="sibTrans" cxnId="{89A833FB-BD92-7C44-A64B-39E3E9D2C5AB}">
      <dgm:prSet/>
      <dgm:spPr/>
      <dgm:t>
        <a:bodyPr/>
        <a:lstStyle/>
        <a:p>
          <a:endParaRPr lang="en-US"/>
        </a:p>
      </dgm:t>
    </dgm:pt>
    <dgm:pt modelId="{B5F0FD59-1763-B942-ACFE-00A1F9A3F385}">
      <dgm:prSet/>
      <dgm:spPr/>
      <dgm:t>
        <a:bodyPr/>
        <a:lstStyle/>
        <a:p>
          <a:r>
            <a:rPr lang="en-US" b="0" i="0"/>
            <a:t>L </a:t>
          </a:r>
          <a:endParaRPr lang="en-US"/>
        </a:p>
      </dgm:t>
    </dgm:pt>
    <dgm:pt modelId="{18C2CBFD-C0C7-FA48-BA21-EC4A2CCA09E8}" type="parTrans" cxnId="{792A3D52-E545-224B-AEA4-E1EC57ED1F23}">
      <dgm:prSet/>
      <dgm:spPr/>
      <dgm:t>
        <a:bodyPr/>
        <a:lstStyle/>
        <a:p>
          <a:endParaRPr lang="en-US"/>
        </a:p>
      </dgm:t>
    </dgm:pt>
    <dgm:pt modelId="{E0F2C1F0-18E3-F547-8339-D70F8570ACB1}" type="sibTrans" cxnId="{792A3D52-E545-224B-AEA4-E1EC57ED1F23}">
      <dgm:prSet/>
      <dgm:spPr/>
      <dgm:t>
        <a:bodyPr/>
        <a:lstStyle/>
        <a:p>
          <a:endParaRPr lang="en-US"/>
        </a:p>
      </dgm:t>
    </dgm:pt>
    <dgm:pt modelId="{6912FBA2-7544-A042-9AFF-5225140C9F8A}">
      <dgm:prSet/>
      <dgm:spPr/>
      <dgm:t>
        <a:bodyPr/>
        <a:lstStyle/>
        <a:p>
          <a:r>
            <a:rPr lang="en-US" b="0" i="0"/>
            <a:t>T </a:t>
          </a:r>
          <a:endParaRPr lang="en-US"/>
        </a:p>
      </dgm:t>
    </dgm:pt>
    <dgm:pt modelId="{56A43096-C870-304A-B897-3C13F8A4E690}" type="parTrans" cxnId="{E6053795-0CFF-184E-87DD-AEE3010B8F32}">
      <dgm:prSet/>
      <dgm:spPr/>
      <dgm:t>
        <a:bodyPr/>
        <a:lstStyle/>
        <a:p>
          <a:endParaRPr lang="en-US"/>
        </a:p>
      </dgm:t>
    </dgm:pt>
    <dgm:pt modelId="{DF265CCC-0AAD-C44E-828C-837EDA314E96}" type="sibTrans" cxnId="{E6053795-0CFF-184E-87DD-AEE3010B8F32}">
      <dgm:prSet/>
      <dgm:spPr/>
      <dgm:t>
        <a:bodyPr/>
        <a:lstStyle/>
        <a:p>
          <a:endParaRPr lang="en-US"/>
        </a:p>
      </dgm:t>
    </dgm:pt>
    <dgm:pt modelId="{3DF8B025-407B-C24B-B396-D8C66CD575EA}">
      <dgm:prSet/>
      <dgm:spPr/>
      <dgm:t>
        <a:bodyPr/>
        <a:lstStyle/>
        <a:p>
          <a:r>
            <a:rPr lang="en-US" b="0" i="0" dirty="0"/>
            <a:t>W </a:t>
          </a:r>
          <a:endParaRPr lang="en-US" dirty="0"/>
        </a:p>
      </dgm:t>
    </dgm:pt>
    <dgm:pt modelId="{7A94E9A2-70AA-5B43-AD22-96125E2EC8E4}" type="parTrans" cxnId="{49A46ABF-EEC9-CA43-9D66-6270ABA3DC09}">
      <dgm:prSet/>
      <dgm:spPr/>
      <dgm:t>
        <a:bodyPr/>
        <a:lstStyle/>
        <a:p>
          <a:endParaRPr lang="en-US"/>
        </a:p>
      </dgm:t>
    </dgm:pt>
    <dgm:pt modelId="{C7760B3A-DE4A-5845-BC6A-2CD03894C3C8}" type="sibTrans" cxnId="{49A46ABF-EEC9-CA43-9D66-6270ABA3DC09}">
      <dgm:prSet/>
      <dgm:spPr/>
      <dgm:t>
        <a:bodyPr/>
        <a:lstStyle/>
        <a:p>
          <a:endParaRPr lang="en-US"/>
        </a:p>
      </dgm:t>
    </dgm:pt>
    <dgm:pt modelId="{F201BA46-352E-6443-AB4E-6BFE9ED6AFB4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0" i="0" dirty="0"/>
            <a:t>G </a:t>
          </a:r>
          <a:endParaRPr lang="en-US" dirty="0"/>
        </a:p>
      </dgm:t>
    </dgm:pt>
    <dgm:pt modelId="{EBBE650C-A975-EA44-844A-D423C7D0459C}" type="parTrans" cxnId="{AFB3F0B2-C7E7-F446-A442-C6B89C20BE0E}">
      <dgm:prSet/>
      <dgm:spPr/>
      <dgm:t>
        <a:bodyPr/>
        <a:lstStyle/>
        <a:p>
          <a:endParaRPr lang="en-US"/>
        </a:p>
      </dgm:t>
    </dgm:pt>
    <dgm:pt modelId="{A939B388-7B1B-1C43-ADD0-5814886B821B}" type="sibTrans" cxnId="{AFB3F0B2-C7E7-F446-A442-C6B89C20BE0E}">
      <dgm:prSet/>
      <dgm:spPr/>
      <dgm:t>
        <a:bodyPr/>
        <a:lstStyle/>
        <a:p>
          <a:endParaRPr lang="en-US"/>
        </a:p>
      </dgm:t>
    </dgm:pt>
    <dgm:pt modelId="{86B13C19-6D3F-DD4C-BFC7-1F3B4557B8BA}">
      <dgm:prSet/>
      <dgm:spPr/>
      <dgm:t>
        <a:bodyPr/>
        <a:lstStyle/>
        <a:p>
          <a:r>
            <a:rPr lang="en-US" b="0" i="0"/>
            <a:t>I</a:t>
          </a:r>
          <a:endParaRPr lang="en-US"/>
        </a:p>
      </dgm:t>
    </dgm:pt>
    <dgm:pt modelId="{2EE94C37-5626-E144-9C22-028E7EDDABAE}" type="parTrans" cxnId="{4458DCE5-60AB-CF46-A160-E053EAB1F5B8}">
      <dgm:prSet/>
      <dgm:spPr/>
      <dgm:t>
        <a:bodyPr/>
        <a:lstStyle/>
        <a:p>
          <a:endParaRPr lang="en-US"/>
        </a:p>
      </dgm:t>
    </dgm:pt>
    <dgm:pt modelId="{7119C7F9-07E4-B34B-894F-2893A5B096C7}" type="sibTrans" cxnId="{4458DCE5-60AB-CF46-A160-E053EAB1F5B8}">
      <dgm:prSet/>
      <dgm:spPr/>
      <dgm:t>
        <a:bodyPr/>
        <a:lstStyle/>
        <a:p>
          <a:endParaRPr lang="en-US"/>
        </a:p>
      </dgm:t>
    </dgm:pt>
    <dgm:pt modelId="{20FCA0F9-B653-0C42-8734-8866C997C923}" type="pres">
      <dgm:prSet presAssocID="{697DF425-6B13-6640-B800-B750F80E2085}" presName="Name0" presStyleCnt="0">
        <dgm:presLayoutVars>
          <dgm:dir/>
          <dgm:resizeHandles val="exact"/>
        </dgm:presLayoutVars>
      </dgm:prSet>
      <dgm:spPr/>
    </dgm:pt>
    <dgm:pt modelId="{F96853F2-2DBB-E945-B930-BF8588310D2F}" type="pres">
      <dgm:prSet presAssocID="{2AB9C984-76F4-7645-B7CC-991577DDCB1D}" presName="node" presStyleLbl="node1" presStyleIdx="0" presStyleCnt="10">
        <dgm:presLayoutVars>
          <dgm:bulletEnabled val="1"/>
        </dgm:presLayoutVars>
      </dgm:prSet>
      <dgm:spPr/>
    </dgm:pt>
    <dgm:pt modelId="{C22761B4-1C44-4449-A6D8-866847BDFCDF}" type="pres">
      <dgm:prSet presAssocID="{B69E0CE2-975D-5444-84FE-4EF40EF22530}" presName="sibTrans" presStyleLbl="sibTrans2D1" presStyleIdx="0" presStyleCnt="9"/>
      <dgm:spPr/>
    </dgm:pt>
    <dgm:pt modelId="{000636B1-BF40-E649-A56E-62BF0A681F10}" type="pres">
      <dgm:prSet presAssocID="{B69E0CE2-975D-5444-84FE-4EF40EF22530}" presName="connectorText" presStyleLbl="sibTrans2D1" presStyleIdx="0" presStyleCnt="9"/>
      <dgm:spPr/>
    </dgm:pt>
    <dgm:pt modelId="{D0D43028-4BAF-074F-8E0B-7D6AE4122159}" type="pres">
      <dgm:prSet presAssocID="{43638595-F57C-AD46-9E32-150FE7921A98}" presName="node" presStyleLbl="node1" presStyleIdx="1" presStyleCnt="10">
        <dgm:presLayoutVars>
          <dgm:bulletEnabled val="1"/>
        </dgm:presLayoutVars>
      </dgm:prSet>
      <dgm:spPr/>
    </dgm:pt>
    <dgm:pt modelId="{749B2683-861D-EE44-985F-5A46D5429BF6}" type="pres">
      <dgm:prSet presAssocID="{C7895FD0-453A-FE4E-BB8C-F855997A2FC6}" presName="sibTrans" presStyleLbl="sibTrans2D1" presStyleIdx="1" presStyleCnt="9"/>
      <dgm:spPr/>
    </dgm:pt>
    <dgm:pt modelId="{53861DB6-61C6-7D4B-B490-450D5212D061}" type="pres">
      <dgm:prSet presAssocID="{C7895FD0-453A-FE4E-BB8C-F855997A2FC6}" presName="connectorText" presStyleLbl="sibTrans2D1" presStyleIdx="1" presStyleCnt="9"/>
      <dgm:spPr/>
    </dgm:pt>
    <dgm:pt modelId="{7BA062EB-07A5-8440-8C31-F20916CA8BCC}" type="pres">
      <dgm:prSet presAssocID="{70367082-2DDD-3B4A-8F29-72508EC04D29}" presName="node" presStyleLbl="node1" presStyleIdx="2" presStyleCnt="10">
        <dgm:presLayoutVars>
          <dgm:bulletEnabled val="1"/>
        </dgm:presLayoutVars>
      </dgm:prSet>
      <dgm:spPr/>
    </dgm:pt>
    <dgm:pt modelId="{2B6CD454-0B2D-BA47-A48A-3CC04817E675}" type="pres">
      <dgm:prSet presAssocID="{C8B7DA66-6600-0849-87B1-84EDD1B5FA05}" presName="sibTrans" presStyleLbl="sibTrans2D1" presStyleIdx="2" presStyleCnt="9"/>
      <dgm:spPr/>
    </dgm:pt>
    <dgm:pt modelId="{AA83125F-47D1-9642-8DB8-C8BEBBC3EF87}" type="pres">
      <dgm:prSet presAssocID="{C8B7DA66-6600-0849-87B1-84EDD1B5FA05}" presName="connectorText" presStyleLbl="sibTrans2D1" presStyleIdx="2" presStyleCnt="9"/>
      <dgm:spPr/>
    </dgm:pt>
    <dgm:pt modelId="{6BE9B592-79C6-0547-8AA4-F7C336C119F6}" type="pres">
      <dgm:prSet presAssocID="{64531633-71B4-0B42-9C29-EB980AF89393}" presName="node" presStyleLbl="node1" presStyleIdx="3" presStyleCnt="10">
        <dgm:presLayoutVars>
          <dgm:bulletEnabled val="1"/>
        </dgm:presLayoutVars>
      </dgm:prSet>
      <dgm:spPr/>
    </dgm:pt>
    <dgm:pt modelId="{1F504BC7-40A9-0541-99B7-3A79B1DC28D2}" type="pres">
      <dgm:prSet presAssocID="{34490C9F-806E-834C-A5A7-4F7C1C74FBAC}" presName="sibTrans" presStyleLbl="sibTrans2D1" presStyleIdx="3" presStyleCnt="9"/>
      <dgm:spPr/>
    </dgm:pt>
    <dgm:pt modelId="{146BE36E-949A-2F43-A83A-9BB2A9B0F919}" type="pres">
      <dgm:prSet presAssocID="{34490C9F-806E-834C-A5A7-4F7C1C74FBAC}" presName="connectorText" presStyleLbl="sibTrans2D1" presStyleIdx="3" presStyleCnt="9"/>
      <dgm:spPr/>
    </dgm:pt>
    <dgm:pt modelId="{F7F5B38E-230F-0B4F-8127-F89C1548E17B}" type="pres">
      <dgm:prSet presAssocID="{21EB565F-D364-FB44-B300-D096198161E6}" presName="node" presStyleLbl="node1" presStyleIdx="4" presStyleCnt="10">
        <dgm:presLayoutVars>
          <dgm:bulletEnabled val="1"/>
        </dgm:presLayoutVars>
      </dgm:prSet>
      <dgm:spPr/>
    </dgm:pt>
    <dgm:pt modelId="{C7168476-B74E-A94E-91BB-549ABAA75013}" type="pres">
      <dgm:prSet presAssocID="{882FA0A6-101B-7841-97A6-0877EBA08DA5}" presName="sibTrans" presStyleLbl="sibTrans2D1" presStyleIdx="4" presStyleCnt="9"/>
      <dgm:spPr/>
    </dgm:pt>
    <dgm:pt modelId="{3171EF7F-48C6-3749-B6D0-972C639F525E}" type="pres">
      <dgm:prSet presAssocID="{882FA0A6-101B-7841-97A6-0877EBA08DA5}" presName="connectorText" presStyleLbl="sibTrans2D1" presStyleIdx="4" presStyleCnt="9"/>
      <dgm:spPr/>
    </dgm:pt>
    <dgm:pt modelId="{305B4119-BED5-F648-ACB5-E4BA201833E6}" type="pres">
      <dgm:prSet presAssocID="{B5F0FD59-1763-B942-ACFE-00A1F9A3F385}" presName="node" presStyleLbl="node1" presStyleIdx="5" presStyleCnt="10">
        <dgm:presLayoutVars>
          <dgm:bulletEnabled val="1"/>
        </dgm:presLayoutVars>
      </dgm:prSet>
      <dgm:spPr/>
    </dgm:pt>
    <dgm:pt modelId="{08DCC042-B5F0-704E-AF24-8D3F930182E5}" type="pres">
      <dgm:prSet presAssocID="{E0F2C1F0-18E3-F547-8339-D70F8570ACB1}" presName="sibTrans" presStyleLbl="sibTrans2D1" presStyleIdx="5" presStyleCnt="9"/>
      <dgm:spPr/>
    </dgm:pt>
    <dgm:pt modelId="{13B7DA26-3947-5E46-B076-DFD59D7CC737}" type="pres">
      <dgm:prSet presAssocID="{E0F2C1F0-18E3-F547-8339-D70F8570ACB1}" presName="connectorText" presStyleLbl="sibTrans2D1" presStyleIdx="5" presStyleCnt="9"/>
      <dgm:spPr/>
    </dgm:pt>
    <dgm:pt modelId="{D450794D-92CF-F449-AD02-66748DD30C7D}" type="pres">
      <dgm:prSet presAssocID="{6912FBA2-7544-A042-9AFF-5225140C9F8A}" presName="node" presStyleLbl="node1" presStyleIdx="6" presStyleCnt="10">
        <dgm:presLayoutVars>
          <dgm:bulletEnabled val="1"/>
        </dgm:presLayoutVars>
      </dgm:prSet>
      <dgm:spPr/>
    </dgm:pt>
    <dgm:pt modelId="{84FF452D-9B71-234F-92AB-2B4E0C1EE72E}" type="pres">
      <dgm:prSet presAssocID="{DF265CCC-0AAD-C44E-828C-837EDA314E96}" presName="sibTrans" presStyleLbl="sibTrans2D1" presStyleIdx="6" presStyleCnt="9"/>
      <dgm:spPr/>
    </dgm:pt>
    <dgm:pt modelId="{ADFA25D5-A68B-284C-9431-9C59CC516DD1}" type="pres">
      <dgm:prSet presAssocID="{DF265CCC-0AAD-C44E-828C-837EDA314E96}" presName="connectorText" presStyleLbl="sibTrans2D1" presStyleIdx="6" presStyleCnt="9"/>
      <dgm:spPr/>
    </dgm:pt>
    <dgm:pt modelId="{760E580F-6BC5-054E-A496-6B1E6D06618C}" type="pres">
      <dgm:prSet presAssocID="{3DF8B025-407B-C24B-B396-D8C66CD575EA}" presName="node" presStyleLbl="node1" presStyleIdx="7" presStyleCnt="10">
        <dgm:presLayoutVars>
          <dgm:bulletEnabled val="1"/>
        </dgm:presLayoutVars>
      </dgm:prSet>
      <dgm:spPr/>
    </dgm:pt>
    <dgm:pt modelId="{5C74FB61-9A93-354A-85D0-8726AABF5385}" type="pres">
      <dgm:prSet presAssocID="{C7760B3A-DE4A-5845-BC6A-2CD03894C3C8}" presName="sibTrans" presStyleLbl="sibTrans2D1" presStyleIdx="7" presStyleCnt="9"/>
      <dgm:spPr/>
    </dgm:pt>
    <dgm:pt modelId="{EAB7361F-BD60-9F4F-8CEB-8835C020A4E4}" type="pres">
      <dgm:prSet presAssocID="{C7760B3A-DE4A-5845-BC6A-2CD03894C3C8}" presName="connectorText" presStyleLbl="sibTrans2D1" presStyleIdx="7" presStyleCnt="9"/>
      <dgm:spPr/>
    </dgm:pt>
    <dgm:pt modelId="{125918BA-9DC8-E84D-B749-46ED8064DFD9}" type="pres">
      <dgm:prSet presAssocID="{F201BA46-352E-6443-AB4E-6BFE9ED6AFB4}" presName="node" presStyleLbl="node1" presStyleIdx="8" presStyleCnt="10">
        <dgm:presLayoutVars>
          <dgm:bulletEnabled val="1"/>
        </dgm:presLayoutVars>
      </dgm:prSet>
      <dgm:spPr/>
    </dgm:pt>
    <dgm:pt modelId="{A98D83A2-B308-A54B-8E39-01D10259AF8D}" type="pres">
      <dgm:prSet presAssocID="{A939B388-7B1B-1C43-ADD0-5814886B821B}" presName="sibTrans" presStyleLbl="sibTrans2D1" presStyleIdx="8" presStyleCnt="9"/>
      <dgm:spPr/>
    </dgm:pt>
    <dgm:pt modelId="{F95B8E79-4304-5C40-B9FC-B0ECB484DFCC}" type="pres">
      <dgm:prSet presAssocID="{A939B388-7B1B-1C43-ADD0-5814886B821B}" presName="connectorText" presStyleLbl="sibTrans2D1" presStyleIdx="8" presStyleCnt="9"/>
      <dgm:spPr/>
    </dgm:pt>
    <dgm:pt modelId="{222E1E1F-B159-A647-973C-D2DD98223FCE}" type="pres">
      <dgm:prSet presAssocID="{86B13C19-6D3F-DD4C-BFC7-1F3B4557B8BA}" presName="node" presStyleLbl="node1" presStyleIdx="9" presStyleCnt="10">
        <dgm:presLayoutVars>
          <dgm:bulletEnabled val="1"/>
        </dgm:presLayoutVars>
      </dgm:prSet>
      <dgm:spPr/>
    </dgm:pt>
  </dgm:ptLst>
  <dgm:cxnLst>
    <dgm:cxn modelId="{15E5980E-387F-FB48-A089-36D28633E984}" type="presOf" srcId="{697DF425-6B13-6640-B800-B750F80E2085}" destId="{20FCA0F9-B653-0C42-8734-8866C997C923}" srcOrd="0" destOrd="0" presId="urn:microsoft.com/office/officeart/2005/8/layout/process1"/>
    <dgm:cxn modelId="{EA419F10-2AFF-AF47-ACCB-5F43B22D5E2A}" type="presOf" srcId="{34490C9F-806E-834C-A5A7-4F7C1C74FBAC}" destId="{146BE36E-949A-2F43-A83A-9BB2A9B0F919}" srcOrd="1" destOrd="0" presId="urn:microsoft.com/office/officeart/2005/8/layout/process1"/>
    <dgm:cxn modelId="{3D5D1C1C-8741-BB4D-86CC-BFA3DC9D12F2}" type="presOf" srcId="{C8B7DA66-6600-0849-87B1-84EDD1B5FA05}" destId="{AA83125F-47D1-9642-8DB8-C8BEBBC3EF87}" srcOrd="1" destOrd="0" presId="urn:microsoft.com/office/officeart/2005/8/layout/process1"/>
    <dgm:cxn modelId="{DE4ADB1E-AFBB-4D4C-A4EA-70DF3BC8A18C}" srcId="{697DF425-6B13-6640-B800-B750F80E2085}" destId="{64531633-71B4-0B42-9C29-EB980AF89393}" srcOrd="3" destOrd="0" parTransId="{91BE3431-DFE2-8F45-8874-F79ADDE53BB5}" sibTransId="{34490C9F-806E-834C-A5A7-4F7C1C74FBAC}"/>
    <dgm:cxn modelId="{D5B4B22D-FAF3-E94B-95F2-1B768F7A93AC}" type="presOf" srcId="{6912FBA2-7544-A042-9AFF-5225140C9F8A}" destId="{D450794D-92CF-F449-AD02-66748DD30C7D}" srcOrd="0" destOrd="0" presId="urn:microsoft.com/office/officeart/2005/8/layout/process1"/>
    <dgm:cxn modelId="{63E62C38-11B3-B74C-AC96-EE92A9AD0D9D}" type="presOf" srcId="{E0F2C1F0-18E3-F547-8339-D70F8570ACB1}" destId="{13B7DA26-3947-5E46-B076-DFD59D7CC737}" srcOrd="1" destOrd="0" presId="urn:microsoft.com/office/officeart/2005/8/layout/process1"/>
    <dgm:cxn modelId="{16193738-3410-E344-B37C-E079FA22897D}" type="presOf" srcId="{C7760B3A-DE4A-5845-BC6A-2CD03894C3C8}" destId="{5C74FB61-9A93-354A-85D0-8726AABF5385}" srcOrd="0" destOrd="0" presId="urn:microsoft.com/office/officeart/2005/8/layout/process1"/>
    <dgm:cxn modelId="{D6992B3C-508C-2349-A3A7-E8A86C2936CF}" type="presOf" srcId="{882FA0A6-101B-7841-97A6-0877EBA08DA5}" destId="{3171EF7F-48C6-3749-B6D0-972C639F525E}" srcOrd="1" destOrd="0" presId="urn:microsoft.com/office/officeart/2005/8/layout/process1"/>
    <dgm:cxn modelId="{25BB2C4F-339D-6F4A-B99E-02B8B9350DC1}" type="presOf" srcId="{64531633-71B4-0B42-9C29-EB980AF89393}" destId="{6BE9B592-79C6-0547-8AA4-F7C336C119F6}" srcOrd="0" destOrd="0" presId="urn:microsoft.com/office/officeart/2005/8/layout/process1"/>
    <dgm:cxn modelId="{792A3D52-E545-224B-AEA4-E1EC57ED1F23}" srcId="{697DF425-6B13-6640-B800-B750F80E2085}" destId="{B5F0FD59-1763-B942-ACFE-00A1F9A3F385}" srcOrd="5" destOrd="0" parTransId="{18C2CBFD-C0C7-FA48-BA21-EC4A2CCA09E8}" sibTransId="{E0F2C1F0-18E3-F547-8339-D70F8570ACB1}"/>
    <dgm:cxn modelId="{9716F852-199A-6240-B048-633F6B7AE770}" type="presOf" srcId="{C7760B3A-DE4A-5845-BC6A-2CD03894C3C8}" destId="{EAB7361F-BD60-9F4F-8CEB-8835C020A4E4}" srcOrd="1" destOrd="0" presId="urn:microsoft.com/office/officeart/2005/8/layout/process1"/>
    <dgm:cxn modelId="{1C429857-7C44-7A4A-94DE-081A33D9B3E2}" type="presOf" srcId="{C7895FD0-453A-FE4E-BB8C-F855997A2FC6}" destId="{53861DB6-61C6-7D4B-B490-450D5212D061}" srcOrd="1" destOrd="0" presId="urn:microsoft.com/office/officeart/2005/8/layout/process1"/>
    <dgm:cxn modelId="{01A65158-53DF-1A45-AB84-EC138B78891F}" type="presOf" srcId="{F201BA46-352E-6443-AB4E-6BFE9ED6AFB4}" destId="{125918BA-9DC8-E84D-B749-46ED8064DFD9}" srcOrd="0" destOrd="0" presId="urn:microsoft.com/office/officeart/2005/8/layout/process1"/>
    <dgm:cxn modelId="{E2F96F5B-E85B-8F4C-9AB8-8F3730F0E419}" type="presOf" srcId="{B5F0FD59-1763-B942-ACFE-00A1F9A3F385}" destId="{305B4119-BED5-F648-ACB5-E4BA201833E6}" srcOrd="0" destOrd="0" presId="urn:microsoft.com/office/officeart/2005/8/layout/process1"/>
    <dgm:cxn modelId="{CDF0DE5C-B4BD-EF4D-87C7-BDE5E1EDC8C4}" type="presOf" srcId="{34490C9F-806E-834C-A5A7-4F7C1C74FBAC}" destId="{1F504BC7-40A9-0541-99B7-3A79B1DC28D2}" srcOrd="0" destOrd="0" presId="urn:microsoft.com/office/officeart/2005/8/layout/process1"/>
    <dgm:cxn modelId="{A28D976A-CEBF-6546-8995-0102661A4FA6}" type="presOf" srcId="{B69E0CE2-975D-5444-84FE-4EF40EF22530}" destId="{C22761B4-1C44-4449-A6D8-866847BDFCDF}" srcOrd="0" destOrd="0" presId="urn:microsoft.com/office/officeart/2005/8/layout/process1"/>
    <dgm:cxn modelId="{55CC5B7A-45BD-EE4F-867F-F05540BCD468}" type="presOf" srcId="{C8B7DA66-6600-0849-87B1-84EDD1B5FA05}" destId="{2B6CD454-0B2D-BA47-A48A-3CC04817E675}" srcOrd="0" destOrd="0" presId="urn:microsoft.com/office/officeart/2005/8/layout/process1"/>
    <dgm:cxn modelId="{2FE0D97C-D001-9148-BF4B-38EF5976CAB6}" type="presOf" srcId="{2AB9C984-76F4-7645-B7CC-991577DDCB1D}" destId="{F96853F2-2DBB-E945-B930-BF8588310D2F}" srcOrd="0" destOrd="0" presId="urn:microsoft.com/office/officeart/2005/8/layout/process1"/>
    <dgm:cxn modelId="{0B0AED7C-06F9-2D41-94B3-D208ACB49E1A}" type="presOf" srcId="{A939B388-7B1B-1C43-ADD0-5814886B821B}" destId="{A98D83A2-B308-A54B-8E39-01D10259AF8D}" srcOrd="0" destOrd="0" presId="urn:microsoft.com/office/officeart/2005/8/layout/process1"/>
    <dgm:cxn modelId="{18141095-D5C9-474F-A8F0-2B78C37832BD}" srcId="{697DF425-6B13-6640-B800-B750F80E2085}" destId="{2AB9C984-76F4-7645-B7CC-991577DDCB1D}" srcOrd="0" destOrd="0" parTransId="{3A655679-6137-C641-AA88-E345890DB872}" sibTransId="{B69E0CE2-975D-5444-84FE-4EF40EF22530}"/>
    <dgm:cxn modelId="{E6053795-0CFF-184E-87DD-AEE3010B8F32}" srcId="{697DF425-6B13-6640-B800-B750F80E2085}" destId="{6912FBA2-7544-A042-9AFF-5225140C9F8A}" srcOrd="6" destOrd="0" parTransId="{56A43096-C870-304A-B897-3C13F8A4E690}" sibTransId="{DF265CCC-0AAD-C44E-828C-837EDA314E96}"/>
    <dgm:cxn modelId="{515C7E99-C1F3-BC47-951B-734C65AFB1B9}" type="presOf" srcId="{43638595-F57C-AD46-9E32-150FE7921A98}" destId="{D0D43028-4BAF-074F-8E0B-7D6AE4122159}" srcOrd="0" destOrd="0" presId="urn:microsoft.com/office/officeart/2005/8/layout/process1"/>
    <dgm:cxn modelId="{DCADED9C-7B2A-C744-97EF-4F007D556A8E}" type="presOf" srcId="{86B13C19-6D3F-DD4C-BFC7-1F3B4557B8BA}" destId="{222E1E1F-B159-A647-973C-D2DD98223FCE}" srcOrd="0" destOrd="0" presId="urn:microsoft.com/office/officeart/2005/8/layout/process1"/>
    <dgm:cxn modelId="{C595159D-99DD-334F-85F8-9F8B7C3281E5}" type="presOf" srcId="{E0F2C1F0-18E3-F547-8339-D70F8570ACB1}" destId="{08DCC042-B5F0-704E-AF24-8D3F930182E5}" srcOrd="0" destOrd="0" presId="urn:microsoft.com/office/officeart/2005/8/layout/process1"/>
    <dgm:cxn modelId="{9F05BC9E-E9A8-6244-9DDB-9EB9708197E5}" srcId="{697DF425-6B13-6640-B800-B750F80E2085}" destId="{43638595-F57C-AD46-9E32-150FE7921A98}" srcOrd="1" destOrd="0" parTransId="{D547EF98-401B-6745-853F-534166E74922}" sibTransId="{C7895FD0-453A-FE4E-BB8C-F855997A2FC6}"/>
    <dgm:cxn modelId="{2A3B1AA0-0998-CA49-B222-920529BEB87B}" type="presOf" srcId="{882FA0A6-101B-7841-97A6-0877EBA08DA5}" destId="{C7168476-B74E-A94E-91BB-549ABAA75013}" srcOrd="0" destOrd="0" presId="urn:microsoft.com/office/officeart/2005/8/layout/process1"/>
    <dgm:cxn modelId="{2CCCBBAA-6A3E-CD43-8B02-B15D7B636291}" srcId="{697DF425-6B13-6640-B800-B750F80E2085}" destId="{70367082-2DDD-3B4A-8F29-72508EC04D29}" srcOrd="2" destOrd="0" parTransId="{3EB67638-9BB6-8F44-A892-DE41F0C9DD5E}" sibTransId="{C8B7DA66-6600-0849-87B1-84EDD1B5FA05}"/>
    <dgm:cxn modelId="{AFB3F0B2-C7E7-F446-A442-C6B89C20BE0E}" srcId="{697DF425-6B13-6640-B800-B750F80E2085}" destId="{F201BA46-352E-6443-AB4E-6BFE9ED6AFB4}" srcOrd="8" destOrd="0" parTransId="{EBBE650C-A975-EA44-844A-D423C7D0459C}" sibTransId="{A939B388-7B1B-1C43-ADD0-5814886B821B}"/>
    <dgm:cxn modelId="{2F7B06B6-4BA0-EB4D-A7DC-B7A841866AE6}" type="presOf" srcId="{3DF8B025-407B-C24B-B396-D8C66CD575EA}" destId="{760E580F-6BC5-054E-A496-6B1E6D06618C}" srcOrd="0" destOrd="0" presId="urn:microsoft.com/office/officeart/2005/8/layout/process1"/>
    <dgm:cxn modelId="{1CB24EBE-335B-0641-9A69-A953EA1F280C}" type="presOf" srcId="{DF265CCC-0AAD-C44E-828C-837EDA314E96}" destId="{84FF452D-9B71-234F-92AB-2B4E0C1EE72E}" srcOrd="0" destOrd="0" presId="urn:microsoft.com/office/officeart/2005/8/layout/process1"/>
    <dgm:cxn modelId="{B07B05BF-9FF1-EB48-9820-F91D03CF6012}" type="presOf" srcId="{DF265CCC-0AAD-C44E-828C-837EDA314E96}" destId="{ADFA25D5-A68B-284C-9431-9C59CC516DD1}" srcOrd="1" destOrd="0" presId="urn:microsoft.com/office/officeart/2005/8/layout/process1"/>
    <dgm:cxn modelId="{49A46ABF-EEC9-CA43-9D66-6270ABA3DC09}" srcId="{697DF425-6B13-6640-B800-B750F80E2085}" destId="{3DF8B025-407B-C24B-B396-D8C66CD575EA}" srcOrd="7" destOrd="0" parTransId="{7A94E9A2-70AA-5B43-AD22-96125E2EC8E4}" sibTransId="{C7760B3A-DE4A-5845-BC6A-2CD03894C3C8}"/>
    <dgm:cxn modelId="{87B999C3-C805-7147-ABA2-3A9C89535FF4}" type="presOf" srcId="{C7895FD0-453A-FE4E-BB8C-F855997A2FC6}" destId="{749B2683-861D-EE44-985F-5A46D5429BF6}" srcOrd="0" destOrd="0" presId="urn:microsoft.com/office/officeart/2005/8/layout/process1"/>
    <dgm:cxn modelId="{381FABE2-930B-D344-A1E1-133B1ED302A8}" type="presOf" srcId="{21EB565F-D364-FB44-B300-D096198161E6}" destId="{F7F5B38E-230F-0B4F-8127-F89C1548E17B}" srcOrd="0" destOrd="0" presId="urn:microsoft.com/office/officeart/2005/8/layout/process1"/>
    <dgm:cxn modelId="{4458DCE5-60AB-CF46-A160-E053EAB1F5B8}" srcId="{697DF425-6B13-6640-B800-B750F80E2085}" destId="{86B13C19-6D3F-DD4C-BFC7-1F3B4557B8BA}" srcOrd="9" destOrd="0" parTransId="{2EE94C37-5626-E144-9C22-028E7EDDABAE}" sibTransId="{7119C7F9-07E4-B34B-894F-2893A5B096C7}"/>
    <dgm:cxn modelId="{FB9B9DF3-D5D2-9A4A-B095-69FD14F2C8EE}" type="presOf" srcId="{70367082-2DDD-3B4A-8F29-72508EC04D29}" destId="{7BA062EB-07A5-8440-8C31-F20916CA8BCC}" srcOrd="0" destOrd="0" presId="urn:microsoft.com/office/officeart/2005/8/layout/process1"/>
    <dgm:cxn modelId="{F2E672F5-5BBB-A247-93CB-7A438EFB9726}" type="presOf" srcId="{B69E0CE2-975D-5444-84FE-4EF40EF22530}" destId="{000636B1-BF40-E649-A56E-62BF0A681F10}" srcOrd="1" destOrd="0" presId="urn:microsoft.com/office/officeart/2005/8/layout/process1"/>
    <dgm:cxn modelId="{89A833FB-BD92-7C44-A64B-39E3E9D2C5AB}" srcId="{697DF425-6B13-6640-B800-B750F80E2085}" destId="{21EB565F-D364-FB44-B300-D096198161E6}" srcOrd="4" destOrd="0" parTransId="{93F6552D-4F4A-B24E-8B6C-E03361E4FD92}" sibTransId="{882FA0A6-101B-7841-97A6-0877EBA08DA5}"/>
    <dgm:cxn modelId="{12D444FC-182C-854F-824D-BD33D88C3CF0}" type="presOf" srcId="{A939B388-7B1B-1C43-ADD0-5814886B821B}" destId="{F95B8E79-4304-5C40-B9FC-B0ECB484DFCC}" srcOrd="1" destOrd="0" presId="urn:microsoft.com/office/officeart/2005/8/layout/process1"/>
    <dgm:cxn modelId="{90FC0278-9526-7442-B323-B6A1E7011FE9}" type="presParOf" srcId="{20FCA0F9-B653-0C42-8734-8866C997C923}" destId="{F96853F2-2DBB-E945-B930-BF8588310D2F}" srcOrd="0" destOrd="0" presId="urn:microsoft.com/office/officeart/2005/8/layout/process1"/>
    <dgm:cxn modelId="{5B7992E0-231F-E54F-8D56-E3906869EAAA}" type="presParOf" srcId="{20FCA0F9-B653-0C42-8734-8866C997C923}" destId="{C22761B4-1C44-4449-A6D8-866847BDFCDF}" srcOrd="1" destOrd="0" presId="urn:microsoft.com/office/officeart/2005/8/layout/process1"/>
    <dgm:cxn modelId="{C5C89BED-99E0-114E-BC0A-11E4C8E349FD}" type="presParOf" srcId="{C22761B4-1C44-4449-A6D8-866847BDFCDF}" destId="{000636B1-BF40-E649-A56E-62BF0A681F10}" srcOrd="0" destOrd="0" presId="urn:microsoft.com/office/officeart/2005/8/layout/process1"/>
    <dgm:cxn modelId="{351CE0F5-6E30-0849-992D-67F3D179F425}" type="presParOf" srcId="{20FCA0F9-B653-0C42-8734-8866C997C923}" destId="{D0D43028-4BAF-074F-8E0B-7D6AE4122159}" srcOrd="2" destOrd="0" presId="urn:microsoft.com/office/officeart/2005/8/layout/process1"/>
    <dgm:cxn modelId="{727C3FAB-8A17-4646-BE2B-52A7C04D8129}" type="presParOf" srcId="{20FCA0F9-B653-0C42-8734-8866C997C923}" destId="{749B2683-861D-EE44-985F-5A46D5429BF6}" srcOrd="3" destOrd="0" presId="urn:microsoft.com/office/officeart/2005/8/layout/process1"/>
    <dgm:cxn modelId="{C7EE6A82-A2A9-BD40-B6A8-59F12DAE53D8}" type="presParOf" srcId="{749B2683-861D-EE44-985F-5A46D5429BF6}" destId="{53861DB6-61C6-7D4B-B490-450D5212D061}" srcOrd="0" destOrd="0" presId="urn:microsoft.com/office/officeart/2005/8/layout/process1"/>
    <dgm:cxn modelId="{745664A9-7883-3D43-9D03-A74F46B52055}" type="presParOf" srcId="{20FCA0F9-B653-0C42-8734-8866C997C923}" destId="{7BA062EB-07A5-8440-8C31-F20916CA8BCC}" srcOrd="4" destOrd="0" presId="urn:microsoft.com/office/officeart/2005/8/layout/process1"/>
    <dgm:cxn modelId="{2D47DD62-AFEA-3049-9553-3D36A93DF5BF}" type="presParOf" srcId="{20FCA0F9-B653-0C42-8734-8866C997C923}" destId="{2B6CD454-0B2D-BA47-A48A-3CC04817E675}" srcOrd="5" destOrd="0" presId="urn:microsoft.com/office/officeart/2005/8/layout/process1"/>
    <dgm:cxn modelId="{E6394FF2-D82D-AA40-9608-278DEA1D4E14}" type="presParOf" srcId="{2B6CD454-0B2D-BA47-A48A-3CC04817E675}" destId="{AA83125F-47D1-9642-8DB8-C8BEBBC3EF87}" srcOrd="0" destOrd="0" presId="urn:microsoft.com/office/officeart/2005/8/layout/process1"/>
    <dgm:cxn modelId="{7A3777CB-D095-2D40-B7C9-E80F21D1FE82}" type="presParOf" srcId="{20FCA0F9-B653-0C42-8734-8866C997C923}" destId="{6BE9B592-79C6-0547-8AA4-F7C336C119F6}" srcOrd="6" destOrd="0" presId="urn:microsoft.com/office/officeart/2005/8/layout/process1"/>
    <dgm:cxn modelId="{07826CF1-AF04-1A40-8D83-51A9F32915B7}" type="presParOf" srcId="{20FCA0F9-B653-0C42-8734-8866C997C923}" destId="{1F504BC7-40A9-0541-99B7-3A79B1DC28D2}" srcOrd="7" destOrd="0" presId="urn:microsoft.com/office/officeart/2005/8/layout/process1"/>
    <dgm:cxn modelId="{2F27184C-1315-4B44-8E77-EBB4DE15137B}" type="presParOf" srcId="{1F504BC7-40A9-0541-99B7-3A79B1DC28D2}" destId="{146BE36E-949A-2F43-A83A-9BB2A9B0F919}" srcOrd="0" destOrd="0" presId="urn:microsoft.com/office/officeart/2005/8/layout/process1"/>
    <dgm:cxn modelId="{11E20FD4-7FF0-2440-BFC0-49A23626AE9E}" type="presParOf" srcId="{20FCA0F9-B653-0C42-8734-8866C997C923}" destId="{F7F5B38E-230F-0B4F-8127-F89C1548E17B}" srcOrd="8" destOrd="0" presId="urn:microsoft.com/office/officeart/2005/8/layout/process1"/>
    <dgm:cxn modelId="{4C5FCCE1-F5ED-8442-8151-F31123D1D600}" type="presParOf" srcId="{20FCA0F9-B653-0C42-8734-8866C997C923}" destId="{C7168476-B74E-A94E-91BB-549ABAA75013}" srcOrd="9" destOrd="0" presId="urn:microsoft.com/office/officeart/2005/8/layout/process1"/>
    <dgm:cxn modelId="{B4647C6D-BF26-0444-A3B3-499FFF8D2D9E}" type="presParOf" srcId="{C7168476-B74E-A94E-91BB-549ABAA75013}" destId="{3171EF7F-48C6-3749-B6D0-972C639F525E}" srcOrd="0" destOrd="0" presId="urn:microsoft.com/office/officeart/2005/8/layout/process1"/>
    <dgm:cxn modelId="{B93D46A9-6A8E-F74C-BE06-B402E7D568FC}" type="presParOf" srcId="{20FCA0F9-B653-0C42-8734-8866C997C923}" destId="{305B4119-BED5-F648-ACB5-E4BA201833E6}" srcOrd="10" destOrd="0" presId="urn:microsoft.com/office/officeart/2005/8/layout/process1"/>
    <dgm:cxn modelId="{4CBF6579-C0DB-C646-B12B-29B104F286AF}" type="presParOf" srcId="{20FCA0F9-B653-0C42-8734-8866C997C923}" destId="{08DCC042-B5F0-704E-AF24-8D3F930182E5}" srcOrd="11" destOrd="0" presId="urn:microsoft.com/office/officeart/2005/8/layout/process1"/>
    <dgm:cxn modelId="{81B718F2-E4F1-134E-A7A5-69148BC2A646}" type="presParOf" srcId="{08DCC042-B5F0-704E-AF24-8D3F930182E5}" destId="{13B7DA26-3947-5E46-B076-DFD59D7CC737}" srcOrd="0" destOrd="0" presId="urn:microsoft.com/office/officeart/2005/8/layout/process1"/>
    <dgm:cxn modelId="{2F94A7B4-31F9-1441-AE40-D986983DEFB1}" type="presParOf" srcId="{20FCA0F9-B653-0C42-8734-8866C997C923}" destId="{D450794D-92CF-F449-AD02-66748DD30C7D}" srcOrd="12" destOrd="0" presId="urn:microsoft.com/office/officeart/2005/8/layout/process1"/>
    <dgm:cxn modelId="{CA004674-E1F9-BD43-A88E-E7459F78C23D}" type="presParOf" srcId="{20FCA0F9-B653-0C42-8734-8866C997C923}" destId="{84FF452D-9B71-234F-92AB-2B4E0C1EE72E}" srcOrd="13" destOrd="0" presId="urn:microsoft.com/office/officeart/2005/8/layout/process1"/>
    <dgm:cxn modelId="{C2897EB7-1FBB-BD48-BCDF-DC8CA8D520A3}" type="presParOf" srcId="{84FF452D-9B71-234F-92AB-2B4E0C1EE72E}" destId="{ADFA25D5-A68B-284C-9431-9C59CC516DD1}" srcOrd="0" destOrd="0" presId="urn:microsoft.com/office/officeart/2005/8/layout/process1"/>
    <dgm:cxn modelId="{FD5666C5-856C-EE4A-9FBC-E56EDFCED303}" type="presParOf" srcId="{20FCA0F9-B653-0C42-8734-8866C997C923}" destId="{760E580F-6BC5-054E-A496-6B1E6D06618C}" srcOrd="14" destOrd="0" presId="urn:microsoft.com/office/officeart/2005/8/layout/process1"/>
    <dgm:cxn modelId="{7CD7BB8D-4352-D147-B745-96B6E021784A}" type="presParOf" srcId="{20FCA0F9-B653-0C42-8734-8866C997C923}" destId="{5C74FB61-9A93-354A-85D0-8726AABF5385}" srcOrd="15" destOrd="0" presId="urn:microsoft.com/office/officeart/2005/8/layout/process1"/>
    <dgm:cxn modelId="{85F059C7-723F-E14C-81C4-238260123685}" type="presParOf" srcId="{5C74FB61-9A93-354A-85D0-8726AABF5385}" destId="{EAB7361F-BD60-9F4F-8CEB-8835C020A4E4}" srcOrd="0" destOrd="0" presId="urn:microsoft.com/office/officeart/2005/8/layout/process1"/>
    <dgm:cxn modelId="{BB8CDD29-A860-1644-A39D-CEAEF048F89A}" type="presParOf" srcId="{20FCA0F9-B653-0C42-8734-8866C997C923}" destId="{125918BA-9DC8-E84D-B749-46ED8064DFD9}" srcOrd="16" destOrd="0" presId="urn:microsoft.com/office/officeart/2005/8/layout/process1"/>
    <dgm:cxn modelId="{4935BDA8-D280-9F49-B167-D8D2D4F8F729}" type="presParOf" srcId="{20FCA0F9-B653-0C42-8734-8866C997C923}" destId="{A98D83A2-B308-A54B-8E39-01D10259AF8D}" srcOrd="17" destOrd="0" presId="urn:microsoft.com/office/officeart/2005/8/layout/process1"/>
    <dgm:cxn modelId="{78CA4177-C37D-6C42-92E0-3D27425E0CDE}" type="presParOf" srcId="{A98D83A2-B308-A54B-8E39-01D10259AF8D}" destId="{F95B8E79-4304-5C40-B9FC-B0ECB484DFCC}" srcOrd="0" destOrd="0" presId="urn:microsoft.com/office/officeart/2005/8/layout/process1"/>
    <dgm:cxn modelId="{EB7B6509-62EC-E243-B0BA-2B2D063512A2}" type="presParOf" srcId="{20FCA0F9-B653-0C42-8734-8866C997C923}" destId="{222E1E1F-B159-A647-973C-D2DD98223FCE}" srcOrd="1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97DF425-6B13-6640-B800-B750F80E2085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B9C984-76F4-7645-B7CC-991577DDCB1D}">
      <dgm:prSet/>
      <dgm:spPr/>
      <dgm:t>
        <a:bodyPr/>
        <a:lstStyle/>
        <a:p>
          <a:r>
            <a:rPr lang="en-US" b="0" i="0" dirty="0"/>
            <a:t>M </a:t>
          </a:r>
          <a:endParaRPr lang="en-US" dirty="0"/>
        </a:p>
      </dgm:t>
    </dgm:pt>
    <dgm:pt modelId="{3A655679-6137-C641-AA88-E345890DB872}" type="parTrans" cxnId="{18141095-D5C9-474F-A8F0-2B78C37832BD}">
      <dgm:prSet/>
      <dgm:spPr/>
      <dgm:t>
        <a:bodyPr/>
        <a:lstStyle/>
        <a:p>
          <a:endParaRPr lang="en-US"/>
        </a:p>
      </dgm:t>
    </dgm:pt>
    <dgm:pt modelId="{B69E0CE2-975D-5444-84FE-4EF40EF22530}" type="sibTrans" cxnId="{18141095-D5C9-474F-A8F0-2B78C37832BD}">
      <dgm:prSet/>
      <dgm:spPr/>
      <dgm:t>
        <a:bodyPr/>
        <a:lstStyle/>
        <a:p>
          <a:endParaRPr lang="en-US"/>
        </a:p>
      </dgm:t>
    </dgm:pt>
    <dgm:pt modelId="{43638595-F57C-AD46-9E32-150FE7921A98}">
      <dgm:prSet/>
      <dgm:spPr/>
      <dgm:t>
        <a:bodyPr/>
        <a:lstStyle/>
        <a:p>
          <a:r>
            <a:rPr lang="en-US" b="0" i="0" dirty="0"/>
            <a:t>T </a:t>
          </a:r>
          <a:endParaRPr lang="en-US" dirty="0"/>
        </a:p>
      </dgm:t>
    </dgm:pt>
    <dgm:pt modelId="{D547EF98-401B-6745-853F-534166E74922}" type="parTrans" cxnId="{9F05BC9E-E9A8-6244-9DDB-9EB9708197E5}">
      <dgm:prSet/>
      <dgm:spPr/>
      <dgm:t>
        <a:bodyPr/>
        <a:lstStyle/>
        <a:p>
          <a:endParaRPr lang="en-US"/>
        </a:p>
      </dgm:t>
    </dgm:pt>
    <dgm:pt modelId="{C7895FD0-453A-FE4E-BB8C-F855997A2FC6}" type="sibTrans" cxnId="{9F05BC9E-E9A8-6244-9DDB-9EB9708197E5}">
      <dgm:prSet/>
      <dgm:spPr/>
      <dgm:t>
        <a:bodyPr/>
        <a:lstStyle/>
        <a:p>
          <a:endParaRPr lang="en-US"/>
        </a:p>
      </dgm:t>
    </dgm:pt>
    <dgm:pt modelId="{70367082-2DDD-3B4A-8F29-72508EC04D29}">
      <dgm:prSet/>
      <dgm:spPr/>
      <dgm:t>
        <a:bodyPr/>
        <a:lstStyle/>
        <a:p>
          <a:r>
            <a:rPr lang="en-US" b="0" i="0"/>
            <a:t>I </a:t>
          </a:r>
          <a:endParaRPr lang="en-US"/>
        </a:p>
      </dgm:t>
    </dgm:pt>
    <dgm:pt modelId="{3EB67638-9BB6-8F44-A892-DE41F0C9DD5E}" type="parTrans" cxnId="{2CCCBBAA-6A3E-CD43-8B02-B15D7B636291}">
      <dgm:prSet/>
      <dgm:spPr/>
      <dgm:t>
        <a:bodyPr/>
        <a:lstStyle/>
        <a:p>
          <a:endParaRPr lang="en-US"/>
        </a:p>
      </dgm:t>
    </dgm:pt>
    <dgm:pt modelId="{C8B7DA66-6600-0849-87B1-84EDD1B5FA05}" type="sibTrans" cxnId="{2CCCBBAA-6A3E-CD43-8B02-B15D7B636291}">
      <dgm:prSet/>
      <dgm:spPr/>
      <dgm:t>
        <a:bodyPr/>
        <a:lstStyle/>
        <a:p>
          <a:endParaRPr lang="en-US"/>
        </a:p>
      </dgm:t>
    </dgm:pt>
    <dgm:pt modelId="{64531633-71B4-0B42-9C29-EB980AF89393}">
      <dgm:prSet/>
      <dgm:spPr/>
      <dgm:t>
        <a:bodyPr/>
        <a:lstStyle/>
        <a:p>
          <a:r>
            <a:rPr lang="en-US" b="0" i="0"/>
            <a:t>L </a:t>
          </a:r>
          <a:endParaRPr lang="en-US"/>
        </a:p>
      </dgm:t>
    </dgm:pt>
    <dgm:pt modelId="{91BE3431-DFE2-8F45-8874-F79ADDE53BB5}" type="parTrans" cxnId="{DE4ADB1E-AFBB-4D4C-A4EA-70DF3BC8A18C}">
      <dgm:prSet/>
      <dgm:spPr/>
      <dgm:t>
        <a:bodyPr/>
        <a:lstStyle/>
        <a:p>
          <a:endParaRPr lang="en-US"/>
        </a:p>
      </dgm:t>
    </dgm:pt>
    <dgm:pt modelId="{34490C9F-806E-834C-A5A7-4F7C1C74FBAC}" type="sibTrans" cxnId="{DE4ADB1E-AFBB-4D4C-A4EA-70DF3BC8A18C}">
      <dgm:prSet/>
      <dgm:spPr/>
      <dgm:t>
        <a:bodyPr/>
        <a:lstStyle/>
        <a:p>
          <a:endParaRPr lang="en-US"/>
        </a:p>
      </dgm:t>
    </dgm:pt>
    <dgm:pt modelId="{B5F0FD59-1763-B942-ACFE-00A1F9A3F385}">
      <dgm:prSet/>
      <dgm:spPr/>
      <dgm:t>
        <a:bodyPr/>
        <a:lstStyle/>
        <a:p>
          <a:r>
            <a:rPr lang="en-US" b="0" i="0" dirty="0"/>
            <a:t>L </a:t>
          </a:r>
          <a:endParaRPr lang="en-US" dirty="0"/>
        </a:p>
      </dgm:t>
    </dgm:pt>
    <dgm:pt modelId="{18C2CBFD-C0C7-FA48-BA21-EC4A2CCA09E8}" type="parTrans" cxnId="{792A3D52-E545-224B-AEA4-E1EC57ED1F23}">
      <dgm:prSet/>
      <dgm:spPr/>
      <dgm:t>
        <a:bodyPr/>
        <a:lstStyle/>
        <a:p>
          <a:endParaRPr lang="en-US"/>
        </a:p>
      </dgm:t>
    </dgm:pt>
    <dgm:pt modelId="{E0F2C1F0-18E3-F547-8339-D70F8570ACB1}" type="sibTrans" cxnId="{792A3D52-E545-224B-AEA4-E1EC57ED1F23}">
      <dgm:prSet/>
      <dgm:spPr/>
      <dgm:t>
        <a:bodyPr/>
        <a:lstStyle/>
        <a:p>
          <a:endParaRPr lang="en-US"/>
        </a:p>
      </dgm:t>
    </dgm:pt>
    <dgm:pt modelId="{6912FBA2-7544-A042-9AFF-5225140C9F8A}">
      <dgm:prSet/>
      <dgm:spPr/>
      <dgm:t>
        <a:bodyPr/>
        <a:lstStyle/>
        <a:p>
          <a:r>
            <a:rPr lang="en-US" b="0" i="0" dirty="0"/>
            <a:t>T </a:t>
          </a:r>
          <a:endParaRPr lang="en-US" dirty="0"/>
        </a:p>
      </dgm:t>
    </dgm:pt>
    <dgm:pt modelId="{56A43096-C870-304A-B897-3C13F8A4E690}" type="parTrans" cxnId="{E6053795-0CFF-184E-87DD-AEE3010B8F32}">
      <dgm:prSet/>
      <dgm:spPr/>
      <dgm:t>
        <a:bodyPr/>
        <a:lstStyle/>
        <a:p>
          <a:endParaRPr lang="en-US"/>
        </a:p>
      </dgm:t>
    </dgm:pt>
    <dgm:pt modelId="{DF265CCC-0AAD-C44E-828C-837EDA314E96}" type="sibTrans" cxnId="{E6053795-0CFF-184E-87DD-AEE3010B8F32}">
      <dgm:prSet/>
      <dgm:spPr/>
      <dgm:t>
        <a:bodyPr/>
        <a:lstStyle/>
        <a:p>
          <a:endParaRPr lang="en-US"/>
        </a:p>
      </dgm:t>
    </dgm:pt>
    <dgm:pt modelId="{3DF8B025-407B-C24B-B396-D8C66CD575EA}">
      <dgm:prSet/>
      <dgm:spPr/>
      <dgm:t>
        <a:bodyPr/>
        <a:lstStyle/>
        <a:p>
          <a:r>
            <a:rPr lang="en-US" b="0" i="0" dirty="0"/>
            <a:t>W </a:t>
          </a:r>
          <a:endParaRPr lang="en-US" dirty="0"/>
        </a:p>
      </dgm:t>
    </dgm:pt>
    <dgm:pt modelId="{7A94E9A2-70AA-5B43-AD22-96125E2EC8E4}" type="parTrans" cxnId="{49A46ABF-EEC9-CA43-9D66-6270ABA3DC09}">
      <dgm:prSet/>
      <dgm:spPr/>
      <dgm:t>
        <a:bodyPr/>
        <a:lstStyle/>
        <a:p>
          <a:endParaRPr lang="en-US"/>
        </a:p>
      </dgm:t>
    </dgm:pt>
    <dgm:pt modelId="{C7760B3A-DE4A-5845-BC6A-2CD03894C3C8}" type="sibTrans" cxnId="{49A46ABF-EEC9-CA43-9D66-6270ABA3DC09}">
      <dgm:prSet/>
      <dgm:spPr/>
      <dgm:t>
        <a:bodyPr/>
        <a:lstStyle/>
        <a:p>
          <a:endParaRPr lang="en-US"/>
        </a:p>
      </dgm:t>
    </dgm:pt>
    <dgm:pt modelId="{F201BA46-352E-6443-AB4E-6BFE9ED6AFB4}">
      <dgm:prSet/>
      <dgm:spPr/>
      <dgm:t>
        <a:bodyPr/>
        <a:lstStyle/>
        <a:p>
          <a:r>
            <a:rPr lang="en-US" b="0" i="0"/>
            <a:t>V </a:t>
          </a:r>
          <a:endParaRPr lang="en-US"/>
        </a:p>
      </dgm:t>
    </dgm:pt>
    <dgm:pt modelId="{EBBE650C-A975-EA44-844A-D423C7D0459C}" type="parTrans" cxnId="{AFB3F0B2-C7E7-F446-A442-C6B89C20BE0E}">
      <dgm:prSet/>
      <dgm:spPr/>
      <dgm:t>
        <a:bodyPr/>
        <a:lstStyle/>
        <a:p>
          <a:endParaRPr lang="en-US"/>
        </a:p>
      </dgm:t>
    </dgm:pt>
    <dgm:pt modelId="{A939B388-7B1B-1C43-ADD0-5814886B821B}" type="sibTrans" cxnId="{AFB3F0B2-C7E7-F446-A442-C6B89C20BE0E}">
      <dgm:prSet/>
      <dgm:spPr/>
      <dgm:t>
        <a:bodyPr/>
        <a:lstStyle/>
        <a:p>
          <a:endParaRPr lang="en-US"/>
        </a:p>
      </dgm:t>
    </dgm:pt>
    <dgm:pt modelId="{86B13C19-6D3F-DD4C-BFC7-1F3B4557B8BA}">
      <dgm:prSet/>
      <dgm:spPr/>
      <dgm:t>
        <a:bodyPr/>
        <a:lstStyle/>
        <a:p>
          <a:r>
            <a:rPr lang="en-US" b="0" i="0"/>
            <a:t>I</a:t>
          </a:r>
          <a:endParaRPr lang="en-US"/>
        </a:p>
      </dgm:t>
    </dgm:pt>
    <dgm:pt modelId="{2EE94C37-5626-E144-9C22-028E7EDDABAE}" type="parTrans" cxnId="{4458DCE5-60AB-CF46-A160-E053EAB1F5B8}">
      <dgm:prSet/>
      <dgm:spPr/>
      <dgm:t>
        <a:bodyPr/>
        <a:lstStyle/>
        <a:p>
          <a:endParaRPr lang="en-US"/>
        </a:p>
      </dgm:t>
    </dgm:pt>
    <dgm:pt modelId="{7119C7F9-07E4-B34B-894F-2893A5B096C7}" type="sibTrans" cxnId="{4458DCE5-60AB-CF46-A160-E053EAB1F5B8}">
      <dgm:prSet/>
      <dgm:spPr/>
      <dgm:t>
        <a:bodyPr/>
        <a:lstStyle/>
        <a:p>
          <a:endParaRPr lang="en-US"/>
        </a:p>
      </dgm:t>
    </dgm:pt>
    <dgm:pt modelId="{21EB565F-D364-FB44-B300-D096198161E6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0" i="0" dirty="0"/>
            <a:t> -</a:t>
          </a:r>
          <a:endParaRPr lang="en-US" dirty="0"/>
        </a:p>
      </dgm:t>
    </dgm:pt>
    <dgm:pt modelId="{882FA0A6-101B-7841-97A6-0877EBA08DA5}" type="sibTrans" cxnId="{89A833FB-BD92-7C44-A64B-39E3E9D2C5AB}">
      <dgm:prSet/>
      <dgm:spPr/>
      <dgm:t>
        <a:bodyPr/>
        <a:lstStyle/>
        <a:p>
          <a:endParaRPr lang="en-US"/>
        </a:p>
      </dgm:t>
    </dgm:pt>
    <dgm:pt modelId="{93F6552D-4F4A-B24E-8B6C-E03361E4FD92}" type="parTrans" cxnId="{89A833FB-BD92-7C44-A64B-39E3E9D2C5AB}">
      <dgm:prSet/>
      <dgm:spPr/>
      <dgm:t>
        <a:bodyPr/>
        <a:lstStyle/>
        <a:p>
          <a:endParaRPr lang="en-US"/>
        </a:p>
      </dgm:t>
    </dgm:pt>
    <dgm:pt modelId="{20FCA0F9-B653-0C42-8734-8866C997C923}" type="pres">
      <dgm:prSet presAssocID="{697DF425-6B13-6640-B800-B750F80E2085}" presName="Name0" presStyleCnt="0">
        <dgm:presLayoutVars>
          <dgm:dir/>
          <dgm:resizeHandles val="exact"/>
        </dgm:presLayoutVars>
      </dgm:prSet>
      <dgm:spPr/>
    </dgm:pt>
    <dgm:pt modelId="{F96853F2-2DBB-E945-B930-BF8588310D2F}" type="pres">
      <dgm:prSet presAssocID="{2AB9C984-76F4-7645-B7CC-991577DDCB1D}" presName="node" presStyleLbl="node1" presStyleIdx="0" presStyleCnt="10">
        <dgm:presLayoutVars>
          <dgm:bulletEnabled val="1"/>
        </dgm:presLayoutVars>
      </dgm:prSet>
      <dgm:spPr/>
    </dgm:pt>
    <dgm:pt modelId="{C22761B4-1C44-4449-A6D8-866847BDFCDF}" type="pres">
      <dgm:prSet presAssocID="{B69E0CE2-975D-5444-84FE-4EF40EF22530}" presName="sibTrans" presStyleLbl="sibTrans2D1" presStyleIdx="0" presStyleCnt="9"/>
      <dgm:spPr/>
    </dgm:pt>
    <dgm:pt modelId="{000636B1-BF40-E649-A56E-62BF0A681F10}" type="pres">
      <dgm:prSet presAssocID="{B69E0CE2-975D-5444-84FE-4EF40EF22530}" presName="connectorText" presStyleLbl="sibTrans2D1" presStyleIdx="0" presStyleCnt="9"/>
      <dgm:spPr/>
    </dgm:pt>
    <dgm:pt modelId="{D0D43028-4BAF-074F-8E0B-7D6AE4122159}" type="pres">
      <dgm:prSet presAssocID="{43638595-F57C-AD46-9E32-150FE7921A98}" presName="node" presStyleLbl="node1" presStyleIdx="1" presStyleCnt="10">
        <dgm:presLayoutVars>
          <dgm:bulletEnabled val="1"/>
        </dgm:presLayoutVars>
      </dgm:prSet>
      <dgm:spPr/>
    </dgm:pt>
    <dgm:pt modelId="{749B2683-861D-EE44-985F-5A46D5429BF6}" type="pres">
      <dgm:prSet presAssocID="{C7895FD0-453A-FE4E-BB8C-F855997A2FC6}" presName="sibTrans" presStyleLbl="sibTrans2D1" presStyleIdx="1" presStyleCnt="9"/>
      <dgm:spPr/>
    </dgm:pt>
    <dgm:pt modelId="{53861DB6-61C6-7D4B-B490-450D5212D061}" type="pres">
      <dgm:prSet presAssocID="{C7895FD0-453A-FE4E-BB8C-F855997A2FC6}" presName="connectorText" presStyleLbl="sibTrans2D1" presStyleIdx="1" presStyleCnt="9"/>
      <dgm:spPr/>
    </dgm:pt>
    <dgm:pt modelId="{7BA062EB-07A5-8440-8C31-F20916CA8BCC}" type="pres">
      <dgm:prSet presAssocID="{70367082-2DDD-3B4A-8F29-72508EC04D29}" presName="node" presStyleLbl="node1" presStyleIdx="2" presStyleCnt="10">
        <dgm:presLayoutVars>
          <dgm:bulletEnabled val="1"/>
        </dgm:presLayoutVars>
      </dgm:prSet>
      <dgm:spPr/>
    </dgm:pt>
    <dgm:pt modelId="{2B6CD454-0B2D-BA47-A48A-3CC04817E675}" type="pres">
      <dgm:prSet presAssocID="{C8B7DA66-6600-0849-87B1-84EDD1B5FA05}" presName="sibTrans" presStyleLbl="sibTrans2D1" presStyleIdx="2" presStyleCnt="9"/>
      <dgm:spPr/>
    </dgm:pt>
    <dgm:pt modelId="{AA83125F-47D1-9642-8DB8-C8BEBBC3EF87}" type="pres">
      <dgm:prSet presAssocID="{C8B7DA66-6600-0849-87B1-84EDD1B5FA05}" presName="connectorText" presStyleLbl="sibTrans2D1" presStyleIdx="2" presStyleCnt="9"/>
      <dgm:spPr/>
    </dgm:pt>
    <dgm:pt modelId="{6BE9B592-79C6-0547-8AA4-F7C336C119F6}" type="pres">
      <dgm:prSet presAssocID="{64531633-71B4-0B42-9C29-EB980AF89393}" presName="node" presStyleLbl="node1" presStyleIdx="3" presStyleCnt="10">
        <dgm:presLayoutVars>
          <dgm:bulletEnabled val="1"/>
        </dgm:presLayoutVars>
      </dgm:prSet>
      <dgm:spPr/>
    </dgm:pt>
    <dgm:pt modelId="{1F504BC7-40A9-0541-99B7-3A79B1DC28D2}" type="pres">
      <dgm:prSet presAssocID="{34490C9F-806E-834C-A5A7-4F7C1C74FBAC}" presName="sibTrans" presStyleLbl="sibTrans2D1" presStyleIdx="3" presStyleCnt="9"/>
      <dgm:spPr/>
    </dgm:pt>
    <dgm:pt modelId="{146BE36E-949A-2F43-A83A-9BB2A9B0F919}" type="pres">
      <dgm:prSet presAssocID="{34490C9F-806E-834C-A5A7-4F7C1C74FBAC}" presName="connectorText" presStyleLbl="sibTrans2D1" presStyleIdx="3" presStyleCnt="9"/>
      <dgm:spPr/>
    </dgm:pt>
    <dgm:pt modelId="{F7F5B38E-230F-0B4F-8127-F89C1548E17B}" type="pres">
      <dgm:prSet presAssocID="{21EB565F-D364-FB44-B300-D096198161E6}" presName="node" presStyleLbl="node1" presStyleIdx="4" presStyleCnt="10">
        <dgm:presLayoutVars>
          <dgm:bulletEnabled val="1"/>
        </dgm:presLayoutVars>
      </dgm:prSet>
      <dgm:spPr/>
    </dgm:pt>
    <dgm:pt modelId="{C7168476-B74E-A94E-91BB-549ABAA75013}" type="pres">
      <dgm:prSet presAssocID="{882FA0A6-101B-7841-97A6-0877EBA08DA5}" presName="sibTrans" presStyleLbl="sibTrans2D1" presStyleIdx="4" presStyleCnt="9"/>
      <dgm:spPr/>
    </dgm:pt>
    <dgm:pt modelId="{3171EF7F-48C6-3749-B6D0-972C639F525E}" type="pres">
      <dgm:prSet presAssocID="{882FA0A6-101B-7841-97A6-0877EBA08DA5}" presName="connectorText" presStyleLbl="sibTrans2D1" presStyleIdx="4" presStyleCnt="9"/>
      <dgm:spPr/>
    </dgm:pt>
    <dgm:pt modelId="{305B4119-BED5-F648-ACB5-E4BA201833E6}" type="pres">
      <dgm:prSet presAssocID="{B5F0FD59-1763-B942-ACFE-00A1F9A3F385}" presName="node" presStyleLbl="node1" presStyleIdx="5" presStyleCnt="10">
        <dgm:presLayoutVars>
          <dgm:bulletEnabled val="1"/>
        </dgm:presLayoutVars>
      </dgm:prSet>
      <dgm:spPr/>
    </dgm:pt>
    <dgm:pt modelId="{08DCC042-B5F0-704E-AF24-8D3F930182E5}" type="pres">
      <dgm:prSet presAssocID="{E0F2C1F0-18E3-F547-8339-D70F8570ACB1}" presName="sibTrans" presStyleLbl="sibTrans2D1" presStyleIdx="5" presStyleCnt="9"/>
      <dgm:spPr/>
    </dgm:pt>
    <dgm:pt modelId="{13B7DA26-3947-5E46-B076-DFD59D7CC737}" type="pres">
      <dgm:prSet presAssocID="{E0F2C1F0-18E3-F547-8339-D70F8570ACB1}" presName="connectorText" presStyleLbl="sibTrans2D1" presStyleIdx="5" presStyleCnt="9"/>
      <dgm:spPr/>
    </dgm:pt>
    <dgm:pt modelId="{D450794D-92CF-F449-AD02-66748DD30C7D}" type="pres">
      <dgm:prSet presAssocID="{6912FBA2-7544-A042-9AFF-5225140C9F8A}" presName="node" presStyleLbl="node1" presStyleIdx="6" presStyleCnt="10">
        <dgm:presLayoutVars>
          <dgm:bulletEnabled val="1"/>
        </dgm:presLayoutVars>
      </dgm:prSet>
      <dgm:spPr/>
    </dgm:pt>
    <dgm:pt modelId="{84FF452D-9B71-234F-92AB-2B4E0C1EE72E}" type="pres">
      <dgm:prSet presAssocID="{DF265CCC-0AAD-C44E-828C-837EDA314E96}" presName="sibTrans" presStyleLbl="sibTrans2D1" presStyleIdx="6" presStyleCnt="9"/>
      <dgm:spPr/>
    </dgm:pt>
    <dgm:pt modelId="{ADFA25D5-A68B-284C-9431-9C59CC516DD1}" type="pres">
      <dgm:prSet presAssocID="{DF265CCC-0AAD-C44E-828C-837EDA314E96}" presName="connectorText" presStyleLbl="sibTrans2D1" presStyleIdx="6" presStyleCnt="9"/>
      <dgm:spPr/>
    </dgm:pt>
    <dgm:pt modelId="{760E580F-6BC5-054E-A496-6B1E6D06618C}" type="pres">
      <dgm:prSet presAssocID="{3DF8B025-407B-C24B-B396-D8C66CD575EA}" presName="node" presStyleLbl="node1" presStyleIdx="7" presStyleCnt="10">
        <dgm:presLayoutVars>
          <dgm:bulletEnabled val="1"/>
        </dgm:presLayoutVars>
      </dgm:prSet>
      <dgm:spPr/>
    </dgm:pt>
    <dgm:pt modelId="{5C74FB61-9A93-354A-85D0-8726AABF5385}" type="pres">
      <dgm:prSet presAssocID="{C7760B3A-DE4A-5845-BC6A-2CD03894C3C8}" presName="sibTrans" presStyleLbl="sibTrans2D1" presStyleIdx="7" presStyleCnt="9"/>
      <dgm:spPr/>
    </dgm:pt>
    <dgm:pt modelId="{EAB7361F-BD60-9F4F-8CEB-8835C020A4E4}" type="pres">
      <dgm:prSet presAssocID="{C7760B3A-DE4A-5845-BC6A-2CD03894C3C8}" presName="connectorText" presStyleLbl="sibTrans2D1" presStyleIdx="7" presStyleCnt="9"/>
      <dgm:spPr/>
    </dgm:pt>
    <dgm:pt modelId="{125918BA-9DC8-E84D-B749-46ED8064DFD9}" type="pres">
      <dgm:prSet presAssocID="{F201BA46-352E-6443-AB4E-6BFE9ED6AFB4}" presName="node" presStyleLbl="node1" presStyleIdx="8" presStyleCnt="10">
        <dgm:presLayoutVars>
          <dgm:bulletEnabled val="1"/>
        </dgm:presLayoutVars>
      </dgm:prSet>
      <dgm:spPr/>
    </dgm:pt>
    <dgm:pt modelId="{A98D83A2-B308-A54B-8E39-01D10259AF8D}" type="pres">
      <dgm:prSet presAssocID="{A939B388-7B1B-1C43-ADD0-5814886B821B}" presName="sibTrans" presStyleLbl="sibTrans2D1" presStyleIdx="8" presStyleCnt="9"/>
      <dgm:spPr/>
    </dgm:pt>
    <dgm:pt modelId="{F95B8E79-4304-5C40-B9FC-B0ECB484DFCC}" type="pres">
      <dgm:prSet presAssocID="{A939B388-7B1B-1C43-ADD0-5814886B821B}" presName="connectorText" presStyleLbl="sibTrans2D1" presStyleIdx="8" presStyleCnt="9"/>
      <dgm:spPr/>
    </dgm:pt>
    <dgm:pt modelId="{222E1E1F-B159-A647-973C-D2DD98223FCE}" type="pres">
      <dgm:prSet presAssocID="{86B13C19-6D3F-DD4C-BFC7-1F3B4557B8BA}" presName="node" presStyleLbl="node1" presStyleIdx="9" presStyleCnt="10">
        <dgm:presLayoutVars>
          <dgm:bulletEnabled val="1"/>
        </dgm:presLayoutVars>
      </dgm:prSet>
      <dgm:spPr/>
    </dgm:pt>
  </dgm:ptLst>
  <dgm:cxnLst>
    <dgm:cxn modelId="{15E5980E-387F-FB48-A089-36D28633E984}" type="presOf" srcId="{697DF425-6B13-6640-B800-B750F80E2085}" destId="{20FCA0F9-B653-0C42-8734-8866C997C923}" srcOrd="0" destOrd="0" presId="urn:microsoft.com/office/officeart/2005/8/layout/process1"/>
    <dgm:cxn modelId="{EA419F10-2AFF-AF47-ACCB-5F43B22D5E2A}" type="presOf" srcId="{34490C9F-806E-834C-A5A7-4F7C1C74FBAC}" destId="{146BE36E-949A-2F43-A83A-9BB2A9B0F919}" srcOrd="1" destOrd="0" presId="urn:microsoft.com/office/officeart/2005/8/layout/process1"/>
    <dgm:cxn modelId="{3D5D1C1C-8741-BB4D-86CC-BFA3DC9D12F2}" type="presOf" srcId="{C8B7DA66-6600-0849-87B1-84EDD1B5FA05}" destId="{AA83125F-47D1-9642-8DB8-C8BEBBC3EF87}" srcOrd="1" destOrd="0" presId="urn:microsoft.com/office/officeart/2005/8/layout/process1"/>
    <dgm:cxn modelId="{DE4ADB1E-AFBB-4D4C-A4EA-70DF3BC8A18C}" srcId="{697DF425-6B13-6640-B800-B750F80E2085}" destId="{64531633-71B4-0B42-9C29-EB980AF89393}" srcOrd="3" destOrd="0" parTransId="{91BE3431-DFE2-8F45-8874-F79ADDE53BB5}" sibTransId="{34490C9F-806E-834C-A5A7-4F7C1C74FBAC}"/>
    <dgm:cxn modelId="{D5B4B22D-FAF3-E94B-95F2-1B768F7A93AC}" type="presOf" srcId="{6912FBA2-7544-A042-9AFF-5225140C9F8A}" destId="{D450794D-92CF-F449-AD02-66748DD30C7D}" srcOrd="0" destOrd="0" presId="urn:microsoft.com/office/officeart/2005/8/layout/process1"/>
    <dgm:cxn modelId="{63E62C38-11B3-B74C-AC96-EE92A9AD0D9D}" type="presOf" srcId="{E0F2C1F0-18E3-F547-8339-D70F8570ACB1}" destId="{13B7DA26-3947-5E46-B076-DFD59D7CC737}" srcOrd="1" destOrd="0" presId="urn:microsoft.com/office/officeart/2005/8/layout/process1"/>
    <dgm:cxn modelId="{16193738-3410-E344-B37C-E079FA22897D}" type="presOf" srcId="{C7760B3A-DE4A-5845-BC6A-2CD03894C3C8}" destId="{5C74FB61-9A93-354A-85D0-8726AABF5385}" srcOrd="0" destOrd="0" presId="urn:microsoft.com/office/officeart/2005/8/layout/process1"/>
    <dgm:cxn modelId="{D6992B3C-508C-2349-A3A7-E8A86C2936CF}" type="presOf" srcId="{882FA0A6-101B-7841-97A6-0877EBA08DA5}" destId="{3171EF7F-48C6-3749-B6D0-972C639F525E}" srcOrd="1" destOrd="0" presId="urn:microsoft.com/office/officeart/2005/8/layout/process1"/>
    <dgm:cxn modelId="{25BB2C4F-339D-6F4A-B99E-02B8B9350DC1}" type="presOf" srcId="{64531633-71B4-0B42-9C29-EB980AF89393}" destId="{6BE9B592-79C6-0547-8AA4-F7C336C119F6}" srcOrd="0" destOrd="0" presId="urn:microsoft.com/office/officeart/2005/8/layout/process1"/>
    <dgm:cxn modelId="{792A3D52-E545-224B-AEA4-E1EC57ED1F23}" srcId="{697DF425-6B13-6640-B800-B750F80E2085}" destId="{B5F0FD59-1763-B942-ACFE-00A1F9A3F385}" srcOrd="5" destOrd="0" parTransId="{18C2CBFD-C0C7-FA48-BA21-EC4A2CCA09E8}" sibTransId="{E0F2C1F0-18E3-F547-8339-D70F8570ACB1}"/>
    <dgm:cxn modelId="{9716F852-199A-6240-B048-633F6B7AE770}" type="presOf" srcId="{C7760B3A-DE4A-5845-BC6A-2CD03894C3C8}" destId="{EAB7361F-BD60-9F4F-8CEB-8835C020A4E4}" srcOrd="1" destOrd="0" presId="urn:microsoft.com/office/officeart/2005/8/layout/process1"/>
    <dgm:cxn modelId="{1C429857-7C44-7A4A-94DE-081A33D9B3E2}" type="presOf" srcId="{C7895FD0-453A-FE4E-BB8C-F855997A2FC6}" destId="{53861DB6-61C6-7D4B-B490-450D5212D061}" srcOrd="1" destOrd="0" presId="urn:microsoft.com/office/officeart/2005/8/layout/process1"/>
    <dgm:cxn modelId="{01A65158-53DF-1A45-AB84-EC138B78891F}" type="presOf" srcId="{F201BA46-352E-6443-AB4E-6BFE9ED6AFB4}" destId="{125918BA-9DC8-E84D-B749-46ED8064DFD9}" srcOrd="0" destOrd="0" presId="urn:microsoft.com/office/officeart/2005/8/layout/process1"/>
    <dgm:cxn modelId="{E2F96F5B-E85B-8F4C-9AB8-8F3730F0E419}" type="presOf" srcId="{B5F0FD59-1763-B942-ACFE-00A1F9A3F385}" destId="{305B4119-BED5-F648-ACB5-E4BA201833E6}" srcOrd="0" destOrd="0" presId="urn:microsoft.com/office/officeart/2005/8/layout/process1"/>
    <dgm:cxn modelId="{CDF0DE5C-B4BD-EF4D-87C7-BDE5E1EDC8C4}" type="presOf" srcId="{34490C9F-806E-834C-A5A7-4F7C1C74FBAC}" destId="{1F504BC7-40A9-0541-99B7-3A79B1DC28D2}" srcOrd="0" destOrd="0" presId="urn:microsoft.com/office/officeart/2005/8/layout/process1"/>
    <dgm:cxn modelId="{A28D976A-CEBF-6546-8995-0102661A4FA6}" type="presOf" srcId="{B69E0CE2-975D-5444-84FE-4EF40EF22530}" destId="{C22761B4-1C44-4449-A6D8-866847BDFCDF}" srcOrd="0" destOrd="0" presId="urn:microsoft.com/office/officeart/2005/8/layout/process1"/>
    <dgm:cxn modelId="{55CC5B7A-45BD-EE4F-867F-F05540BCD468}" type="presOf" srcId="{C8B7DA66-6600-0849-87B1-84EDD1B5FA05}" destId="{2B6CD454-0B2D-BA47-A48A-3CC04817E675}" srcOrd="0" destOrd="0" presId="urn:microsoft.com/office/officeart/2005/8/layout/process1"/>
    <dgm:cxn modelId="{2FE0D97C-D001-9148-BF4B-38EF5976CAB6}" type="presOf" srcId="{2AB9C984-76F4-7645-B7CC-991577DDCB1D}" destId="{F96853F2-2DBB-E945-B930-BF8588310D2F}" srcOrd="0" destOrd="0" presId="urn:microsoft.com/office/officeart/2005/8/layout/process1"/>
    <dgm:cxn modelId="{0B0AED7C-06F9-2D41-94B3-D208ACB49E1A}" type="presOf" srcId="{A939B388-7B1B-1C43-ADD0-5814886B821B}" destId="{A98D83A2-B308-A54B-8E39-01D10259AF8D}" srcOrd="0" destOrd="0" presId="urn:microsoft.com/office/officeart/2005/8/layout/process1"/>
    <dgm:cxn modelId="{18141095-D5C9-474F-A8F0-2B78C37832BD}" srcId="{697DF425-6B13-6640-B800-B750F80E2085}" destId="{2AB9C984-76F4-7645-B7CC-991577DDCB1D}" srcOrd="0" destOrd="0" parTransId="{3A655679-6137-C641-AA88-E345890DB872}" sibTransId="{B69E0CE2-975D-5444-84FE-4EF40EF22530}"/>
    <dgm:cxn modelId="{E6053795-0CFF-184E-87DD-AEE3010B8F32}" srcId="{697DF425-6B13-6640-B800-B750F80E2085}" destId="{6912FBA2-7544-A042-9AFF-5225140C9F8A}" srcOrd="6" destOrd="0" parTransId="{56A43096-C870-304A-B897-3C13F8A4E690}" sibTransId="{DF265CCC-0AAD-C44E-828C-837EDA314E96}"/>
    <dgm:cxn modelId="{515C7E99-C1F3-BC47-951B-734C65AFB1B9}" type="presOf" srcId="{43638595-F57C-AD46-9E32-150FE7921A98}" destId="{D0D43028-4BAF-074F-8E0B-7D6AE4122159}" srcOrd="0" destOrd="0" presId="urn:microsoft.com/office/officeart/2005/8/layout/process1"/>
    <dgm:cxn modelId="{DCADED9C-7B2A-C744-97EF-4F007D556A8E}" type="presOf" srcId="{86B13C19-6D3F-DD4C-BFC7-1F3B4557B8BA}" destId="{222E1E1F-B159-A647-973C-D2DD98223FCE}" srcOrd="0" destOrd="0" presId="urn:microsoft.com/office/officeart/2005/8/layout/process1"/>
    <dgm:cxn modelId="{C595159D-99DD-334F-85F8-9F8B7C3281E5}" type="presOf" srcId="{E0F2C1F0-18E3-F547-8339-D70F8570ACB1}" destId="{08DCC042-B5F0-704E-AF24-8D3F930182E5}" srcOrd="0" destOrd="0" presId="urn:microsoft.com/office/officeart/2005/8/layout/process1"/>
    <dgm:cxn modelId="{9F05BC9E-E9A8-6244-9DDB-9EB9708197E5}" srcId="{697DF425-6B13-6640-B800-B750F80E2085}" destId="{43638595-F57C-AD46-9E32-150FE7921A98}" srcOrd="1" destOrd="0" parTransId="{D547EF98-401B-6745-853F-534166E74922}" sibTransId="{C7895FD0-453A-FE4E-BB8C-F855997A2FC6}"/>
    <dgm:cxn modelId="{2A3B1AA0-0998-CA49-B222-920529BEB87B}" type="presOf" srcId="{882FA0A6-101B-7841-97A6-0877EBA08DA5}" destId="{C7168476-B74E-A94E-91BB-549ABAA75013}" srcOrd="0" destOrd="0" presId="urn:microsoft.com/office/officeart/2005/8/layout/process1"/>
    <dgm:cxn modelId="{2CCCBBAA-6A3E-CD43-8B02-B15D7B636291}" srcId="{697DF425-6B13-6640-B800-B750F80E2085}" destId="{70367082-2DDD-3B4A-8F29-72508EC04D29}" srcOrd="2" destOrd="0" parTransId="{3EB67638-9BB6-8F44-A892-DE41F0C9DD5E}" sibTransId="{C8B7DA66-6600-0849-87B1-84EDD1B5FA05}"/>
    <dgm:cxn modelId="{AFB3F0B2-C7E7-F446-A442-C6B89C20BE0E}" srcId="{697DF425-6B13-6640-B800-B750F80E2085}" destId="{F201BA46-352E-6443-AB4E-6BFE9ED6AFB4}" srcOrd="8" destOrd="0" parTransId="{EBBE650C-A975-EA44-844A-D423C7D0459C}" sibTransId="{A939B388-7B1B-1C43-ADD0-5814886B821B}"/>
    <dgm:cxn modelId="{2F7B06B6-4BA0-EB4D-A7DC-B7A841866AE6}" type="presOf" srcId="{3DF8B025-407B-C24B-B396-D8C66CD575EA}" destId="{760E580F-6BC5-054E-A496-6B1E6D06618C}" srcOrd="0" destOrd="0" presId="urn:microsoft.com/office/officeart/2005/8/layout/process1"/>
    <dgm:cxn modelId="{1CB24EBE-335B-0641-9A69-A953EA1F280C}" type="presOf" srcId="{DF265CCC-0AAD-C44E-828C-837EDA314E96}" destId="{84FF452D-9B71-234F-92AB-2B4E0C1EE72E}" srcOrd="0" destOrd="0" presId="urn:microsoft.com/office/officeart/2005/8/layout/process1"/>
    <dgm:cxn modelId="{B07B05BF-9FF1-EB48-9820-F91D03CF6012}" type="presOf" srcId="{DF265CCC-0AAD-C44E-828C-837EDA314E96}" destId="{ADFA25D5-A68B-284C-9431-9C59CC516DD1}" srcOrd="1" destOrd="0" presId="urn:microsoft.com/office/officeart/2005/8/layout/process1"/>
    <dgm:cxn modelId="{49A46ABF-EEC9-CA43-9D66-6270ABA3DC09}" srcId="{697DF425-6B13-6640-B800-B750F80E2085}" destId="{3DF8B025-407B-C24B-B396-D8C66CD575EA}" srcOrd="7" destOrd="0" parTransId="{7A94E9A2-70AA-5B43-AD22-96125E2EC8E4}" sibTransId="{C7760B3A-DE4A-5845-BC6A-2CD03894C3C8}"/>
    <dgm:cxn modelId="{87B999C3-C805-7147-ABA2-3A9C89535FF4}" type="presOf" srcId="{C7895FD0-453A-FE4E-BB8C-F855997A2FC6}" destId="{749B2683-861D-EE44-985F-5A46D5429BF6}" srcOrd="0" destOrd="0" presId="urn:microsoft.com/office/officeart/2005/8/layout/process1"/>
    <dgm:cxn modelId="{381FABE2-930B-D344-A1E1-133B1ED302A8}" type="presOf" srcId="{21EB565F-D364-FB44-B300-D096198161E6}" destId="{F7F5B38E-230F-0B4F-8127-F89C1548E17B}" srcOrd="0" destOrd="0" presId="urn:microsoft.com/office/officeart/2005/8/layout/process1"/>
    <dgm:cxn modelId="{4458DCE5-60AB-CF46-A160-E053EAB1F5B8}" srcId="{697DF425-6B13-6640-B800-B750F80E2085}" destId="{86B13C19-6D3F-DD4C-BFC7-1F3B4557B8BA}" srcOrd="9" destOrd="0" parTransId="{2EE94C37-5626-E144-9C22-028E7EDDABAE}" sibTransId="{7119C7F9-07E4-B34B-894F-2893A5B096C7}"/>
    <dgm:cxn modelId="{FB9B9DF3-D5D2-9A4A-B095-69FD14F2C8EE}" type="presOf" srcId="{70367082-2DDD-3B4A-8F29-72508EC04D29}" destId="{7BA062EB-07A5-8440-8C31-F20916CA8BCC}" srcOrd="0" destOrd="0" presId="urn:microsoft.com/office/officeart/2005/8/layout/process1"/>
    <dgm:cxn modelId="{F2E672F5-5BBB-A247-93CB-7A438EFB9726}" type="presOf" srcId="{B69E0CE2-975D-5444-84FE-4EF40EF22530}" destId="{000636B1-BF40-E649-A56E-62BF0A681F10}" srcOrd="1" destOrd="0" presId="urn:microsoft.com/office/officeart/2005/8/layout/process1"/>
    <dgm:cxn modelId="{89A833FB-BD92-7C44-A64B-39E3E9D2C5AB}" srcId="{697DF425-6B13-6640-B800-B750F80E2085}" destId="{21EB565F-D364-FB44-B300-D096198161E6}" srcOrd="4" destOrd="0" parTransId="{93F6552D-4F4A-B24E-8B6C-E03361E4FD92}" sibTransId="{882FA0A6-101B-7841-97A6-0877EBA08DA5}"/>
    <dgm:cxn modelId="{12D444FC-182C-854F-824D-BD33D88C3CF0}" type="presOf" srcId="{A939B388-7B1B-1C43-ADD0-5814886B821B}" destId="{F95B8E79-4304-5C40-B9FC-B0ECB484DFCC}" srcOrd="1" destOrd="0" presId="urn:microsoft.com/office/officeart/2005/8/layout/process1"/>
    <dgm:cxn modelId="{90FC0278-9526-7442-B323-B6A1E7011FE9}" type="presParOf" srcId="{20FCA0F9-B653-0C42-8734-8866C997C923}" destId="{F96853F2-2DBB-E945-B930-BF8588310D2F}" srcOrd="0" destOrd="0" presId="urn:microsoft.com/office/officeart/2005/8/layout/process1"/>
    <dgm:cxn modelId="{5B7992E0-231F-E54F-8D56-E3906869EAAA}" type="presParOf" srcId="{20FCA0F9-B653-0C42-8734-8866C997C923}" destId="{C22761B4-1C44-4449-A6D8-866847BDFCDF}" srcOrd="1" destOrd="0" presId="urn:microsoft.com/office/officeart/2005/8/layout/process1"/>
    <dgm:cxn modelId="{C5C89BED-99E0-114E-BC0A-11E4C8E349FD}" type="presParOf" srcId="{C22761B4-1C44-4449-A6D8-866847BDFCDF}" destId="{000636B1-BF40-E649-A56E-62BF0A681F10}" srcOrd="0" destOrd="0" presId="urn:microsoft.com/office/officeart/2005/8/layout/process1"/>
    <dgm:cxn modelId="{351CE0F5-6E30-0849-992D-67F3D179F425}" type="presParOf" srcId="{20FCA0F9-B653-0C42-8734-8866C997C923}" destId="{D0D43028-4BAF-074F-8E0B-7D6AE4122159}" srcOrd="2" destOrd="0" presId="urn:microsoft.com/office/officeart/2005/8/layout/process1"/>
    <dgm:cxn modelId="{727C3FAB-8A17-4646-BE2B-52A7C04D8129}" type="presParOf" srcId="{20FCA0F9-B653-0C42-8734-8866C997C923}" destId="{749B2683-861D-EE44-985F-5A46D5429BF6}" srcOrd="3" destOrd="0" presId="urn:microsoft.com/office/officeart/2005/8/layout/process1"/>
    <dgm:cxn modelId="{C7EE6A82-A2A9-BD40-B6A8-59F12DAE53D8}" type="presParOf" srcId="{749B2683-861D-EE44-985F-5A46D5429BF6}" destId="{53861DB6-61C6-7D4B-B490-450D5212D061}" srcOrd="0" destOrd="0" presId="urn:microsoft.com/office/officeart/2005/8/layout/process1"/>
    <dgm:cxn modelId="{745664A9-7883-3D43-9D03-A74F46B52055}" type="presParOf" srcId="{20FCA0F9-B653-0C42-8734-8866C997C923}" destId="{7BA062EB-07A5-8440-8C31-F20916CA8BCC}" srcOrd="4" destOrd="0" presId="urn:microsoft.com/office/officeart/2005/8/layout/process1"/>
    <dgm:cxn modelId="{2D47DD62-AFEA-3049-9553-3D36A93DF5BF}" type="presParOf" srcId="{20FCA0F9-B653-0C42-8734-8866C997C923}" destId="{2B6CD454-0B2D-BA47-A48A-3CC04817E675}" srcOrd="5" destOrd="0" presId="urn:microsoft.com/office/officeart/2005/8/layout/process1"/>
    <dgm:cxn modelId="{E6394FF2-D82D-AA40-9608-278DEA1D4E14}" type="presParOf" srcId="{2B6CD454-0B2D-BA47-A48A-3CC04817E675}" destId="{AA83125F-47D1-9642-8DB8-C8BEBBC3EF87}" srcOrd="0" destOrd="0" presId="urn:microsoft.com/office/officeart/2005/8/layout/process1"/>
    <dgm:cxn modelId="{7A3777CB-D095-2D40-B7C9-E80F21D1FE82}" type="presParOf" srcId="{20FCA0F9-B653-0C42-8734-8866C997C923}" destId="{6BE9B592-79C6-0547-8AA4-F7C336C119F6}" srcOrd="6" destOrd="0" presId="urn:microsoft.com/office/officeart/2005/8/layout/process1"/>
    <dgm:cxn modelId="{07826CF1-AF04-1A40-8D83-51A9F32915B7}" type="presParOf" srcId="{20FCA0F9-B653-0C42-8734-8866C997C923}" destId="{1F504BC7-40A9-0541-99B7-3A79B1DC28D2}" srcOrd="7" destOrd="0" presId="urn:microsoft.com/office/officeart/2005/8/layout/process1"/>
    <dgm:cxn modelId="{2F27184C-1315-4B44-8E77-EBB4DE15137B}" type="presParOf" srcId="{1F504BC7-40A9-0541-99B7-3A79B1DC28D2}" destId="{146BE36E-949A-2F43-A83A-9BB2A9B0F919}" srcOrd="0" destOrd="0" presId="urn:microsoft.com/office/officeart/2005/8/layout/process1"/>
    <dgm:cxn modelId="{11E20FD4-7FF0-2440-BFC0-49A23626AE9E}" type="presParOf" srcId="{20FCA0F9-B653-0C42-8734-8866C997C923}" destId="{F7F5B38E-230F-0B4F-8127-F89C1548E17B}" srcOrd="8" destOrd="0" presId="urn:microsoft.com/office/officeart/2005/8/layout/process1"/>
    <dgm:cxn modelId="{4C5FCCE1-F5ED-8442-8151-F31123D1D600}" type="presParOf" srcId="{20FCA0F9-B653-0C42-8734-8866C997C923}" destId="{C7168476-B74E-A94E-91BB-549ABAA75013}" srcOrd="9" destOrd="0" presId="urn:microsoft.com/office/officeart/2005/8/layout/process1"/>
    <dgm:cxn modelId="{B4647C6D-BF26-0444-A3B3-499FFF8D2D9E}" type="presParOf" srcId="{C7168476-B74E-A94E-91BB-549ABAA75013}" destId="{3171EF7F-48C6-3749-B6D0-972C639F525E}" srcOrd="0" destOrd="0" presId="urn:microsoft.com/office/officeart/2005/8/layout/process1"/>
    <dgm:cxn modelId="{B93D46A9-6A8E-F74C-BE06-B402E7D568FC}" type="presParOf" srcId="{20FCA0F9-B653-0C42-8734-8866C997C923}" destId="{305B4119-BED5-F648-ACB5-E4BA201833E6}" srcOrd="10" destOrd="0" presId="urn:microsoft.com/office/officeart/2005/8/layout/process1"/>
    <dgm:cxn modelId="{4CBF6579-C0DB-C646-B12B-29B104F286AF}" type="presParOf" srcId="{20FCA0F9-B653-0C42-8734-8866C997C923}" destId="{08DCC042-B5F0-704E-AF24-8D3F930182E5}" srcOrd="11" destOrd="0" presId="urn:microsoft.com/office/officeart/2005/8/layout/process1"/>
    <dgm:cxn modelId="{81B718F2-E4F1-134E-A7A5-69148BC2A646}" type="presParOf" srcId="{08DCC042-B5F0-704E-AF24-8D3F930182E5}" destId="{13B7DA26-3947-5E46-B076-DFD59D7CC737}" srcOrd="0" destOrd="0" presId="urn:microsoft.com/office/officeart/2005/8/layout/process1"/>
    <dgm:cxn modelId="{2F94A7B4-31F9-1441-AE40-D986983DEFB1}" type="presParOf" srcId="{20FCA0F9-B653-0C42-8734-8866C997C923}" destId="{D450794D-92CF-F449-AD02-66748DD30C7D}" srcOrd="12" destOrd="0" presId="urn:microsoft.com/office/officeart/2005/8/layout/process1"/>
    <dgm:cxn modelId="{CA004674-E1F9-BD43-A88E-E7459F78C23D}" type="presParOf" srcId="{20FCA0F9-B653-0C42-8734-8866C997C923}" destId="{84FF452D-9B71-234F-92AB-2B4E0C1EE72E}" srcOrd="13" destOrd="0" presId="urn:microsoft.com/office/officeart/2005/8/layout/process1"/>
    <dgm:cxn modelId="{C2897EB7-1FBB-BD48-BCDF-DC8CA8D520A3}" type="presParOf" srcId="{84FF452D-9B71-234F-92AB-2B4E0C1EE72E}" destId="{ADFA25D5-A68B-284C-9431-9C59CC516DD1}" srcOrd="0" destOrd="0" presId="urn:microsoft.com/office/officeart/2005/8/layout/process1"/>
    <dgm:cxn modelId="{FD5666C5-856C-EE4A-9FBC-E56EDFCED303}" type="presParOf" srcId="{20FCA0F9-B653-0C42-8734-8866C997C923}" destId="{760E580F-6BC5-054E-A496-6B1E6D06618C}" srcOrd="14" destOrd="0" presId="urn:microsoft.com/office/officeart/2005/8/layout/process1"/>
    <dgm:cxn modelId="{7CD7BB8D-4352-D147-B745-96B6E021784A}" type="presParOf" srcId="{20FCA0F9-B653-0C42-8734-8866C997C923}" destId="{5C74FB61-9A93-354A-85D0-8726AABF5385}" srcOrd="15" destOrd="0" presId="urn:microsoft.com/office/officeart/2005/8/layout/process1"/>
    <dgm:cxn modelId="{85F059C7-723F-E14C-81C4-238260123685}" type="presParOf" srcId="{5C74FB61-9A93-354A-85D0-8726AABF5385}" destId="{EAB7361F-BD60-9F4F-8CEB-8835C020A4E4}" srcOrd="0" destOrd="0" presId="urn:microsoft.com/office/officeart/2005/8/layout/process1"/>
    <dgm:cxn modelId="{BB8CDD29-A860-1644-A39D-CEAEF048F89A}" type="presParOf" srcId="{20FCA0F9-B653-0C42-8734-8866C997C923}" destId="{125918BA-9DC8-E84D-B749-46ED8064DFD9}" srcOrd="16" destOrd="0" presId="urn:microsoft.com/office/officeart/2005/8/layout/process1"/>
    <dgm:cxn modelId="{4935BDA8-D280-9F49-B167-D8D2D4F8F729}" type="presParOf" srcId="{20FCA0F9-B653-0C42-8734-8866C997C923}" destId="{A98D83A2-B308-A54B-8E39-01D10259AF8D}" srcOrd="17" destOrd="0" presId="urn:microsoft.com/office/officeart/2005/8/layout/process1"/>
    <dgm:cxn modelId="{78CA4177-C37D-6C42-92E0-3D27425E0CDE}" type="presParOf" srcId="{A98D83A2-B308-A54B-8E39-01D10259AF8D}" destId="{F95B8E79-4304-5C40-B9FC-B0ECB484DFCC}" srcOrd="0" destOrd="0" presId="urn:microsoft.com/office/officeart/2005/8/layout/process1"/>
    <dgm:cxn modelId="{EB7B6509-62EC-E243-B0BA-2B2D063512A2}" type="presParOf" srcId="{20FCA0F9-B653-0C42-8734-8866C997C923}" destId="{222E1E1F-B159-A647-973C-D2DD98223FCE}" srcOrd="1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0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97DF425-6B13-6640-B800-B750F80E2085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B9C984-76F4-7645-B7CC-991577DDCB1D}">
      <dgm:prSet/>
      <dgm:spPr/>
      <dgm:t>
        <a:bodyPr/>
        <a:lstStyle/>
        <a:p>
          <a:r>
            <a:rPr lang="en-US" b="0" i="0"/>
            <a:t>M </a:t>
          </a:r>
          <a:endParaRPr lang="en-US"/>
        </a:p>
      </dgm:t>
    </dgm:pt>
    <dgm:pt modelId="{3A655679-6137-C641-AA88-E345890DB872}" type="parTrans" cxnId="{18141095-D5C9-474F-A8F0-2B78C37832BD}">
      <dgm:prSet/>
      <dgm:spPr/>
      <dgm:t>
        <a:bodyPr/>
        <a:lstStyle/>
        <a:p>
          <a:endParaRPr lang="en-US"/>
        </a:p>
      </dgm:t>
    </dgm:pt>
    <dgm:pt modelId="{B69E0CE2-975D-5444-84FE-4EF40EF22530}" type="sibTrans" cxnId="{18141095-D5C9-474F-A8F0-2B78C37832BD}">
      <dgm:prSet/>
      <dgm:spPr/>
      <dgm:t>
        <a:bodyPr/>
        <a:lstStyle/>
        <a:p>
          <a:endParaRPr lang="en-US"/>
        </a:p>
      </dgm:t>
    </dgm:pt>
    <dgm:pt modelId="{43638595-F57C-AD46-9E32-150FE7921A98}">
      <dgm:prSet/>
      <dgm:spPr/>
      <dgm:t>
        <a:bodyPr/>
        <a:lstStyle/>
        <a:p>
          <a:r>
            <a:rPr lang="en-US" b="0" i="0" dirty="0"/>
            <a:t>T </a:t>
          </a:r>
          <a:endParaRPr lang="en-US" dirty="0"/>
        </a:p>
      </dgm:t>
    </dgm:pt>
    <dgm:pt modelId="{D547EF98-401B-6745-853F-534166E74922}" type="parTrans" cxnId="{9F05BC9E-E9A8-6244-9DDB-9EB9708197E5}">
      <dgm:prSet/>
      <dgm:spPr/>
      <dgm:t>
        <a:bodyPr/>
        <a:lstStyle/>
        <a:p>
          <a:endParaRPr lang="en-US"/>
        </a:p>
      </dgm:t>
    </dgm:pt>
    <dgm:pt modelId="{C7895FD0-453A-FE4E-BB8C-F855997A2FC6}" type="sibTrans" cxnId="{9F05BC9E-E9A8-6244-9DDB-9EB9708197E5}">
      <dgm:prSet/>
      <dgm:spPr/>
      <dgm:t>
        <a:bodyPr/>
        <a:lstStyle/>
        <a:p>
          <a:endParaRPr lang="en-US"/>
        </a:p>
      </dgm:t>
    </dgm:pt>
    <dgm:pt modelId="{70367082-2DDD-3B4A-8F29-72508EC04D29}">
      <dgm:prSet/>
      <dgm:spPr/>
      <dgm:t>
        <a:bodyPr/>
        <a:lstStyle/>
        <a:p>
          <a:r>
            <a:rPr lang="en-US" b="0" i="0"/>
            <a:t>I </a:t>
          </a:r>
          <a:endParaRPr lang="en-US"/>
        </a:p>
      </dgm:t>
    </dgm:pt>
    <dgm:pt modelId="{3EB67638-9BB6-8F44-A892-DE41F0C9DD5E}" type="parTrans" cxnId="{2CCCBBAA-6A3E-CD43-8B02-B15D7B636291}">
      <dgm:prSet/>
      <dgm:spPr/>
      <dgm:t>
        <a:bodyPr/>
        <a:lstStyle/>
        <a:p>
          <a:endParaRPr lang="en-US"/>
        </a:p>
      </dgm:t>
    </dgm:pt>
    <dgm:pt modelId="{C8B7DA66-6600-0849-87B1-84EDD1B5FA05}" type="sibTrans" cxnId="{2CCCBBAA-6A3E-CD43-8B02-B15D7B636291}">
      <dgm:prSet/>
      <dgm:spPr/>
      <dgm:t>
        <a:bodyPr/>
        <a:lstStyle/>
        <a:p>
          <a:endParaRPr lang="en-US"/>
        </a:p>
      </dgm:t>
    </dgm:pt>
    <dgm:pt modelId="{64531633-71B4-0B42-9C29-EB980AF89393}">
      <dgm:prSet/>
      <dgm:spPr/>
      <dgm:t>
        <a:bodyPr/>
        <a:lstStyle/>
        <a:p>
          <a:r>
            <a:rPr lang="en-US" b="0" i="0" dirty="0"/>
            <a:t>L </a:t>
          </a:r>
          <a:endParaRPr lang="en-US" dirty="0"/>
        </a:p>
      </dgm:t>
    </dgm:pt>
    <dgm:pt modelId="{91BE3431-DFE2-8F45-8874-F79ADDE53BB5}" type="parTrans" cxnId="{DE4ADB1E-AFBB-4D4C-A4EA-70DF3BC8A18C}">
      <dgm:prSet/>
      <dgm:spPr/>
      <dgm:t>
        <a:bodyPr/>
        <a:lstStyle/>
        <a:p>
          <a:endParaRPr lang="en-US"/>
        </a:p>
      </dgm:t>
    </dgm:pt>
    <dgm:pt modelId="{34490C9F-806E-834C-A5A7-4F7C1C74FBAC}" type="sibTrans" cxnId="{DE4ADB1E-AFBB-4D4C-A4EA-70DF3BC8A18C}">
      <dgm:prSet/>
      <dgm:spPr/>
      <dgm:t>
        <a:bodyPr/>
        <a:lstStyle/>
        <a:p>
          <a:endParaRPr lang="en-US"/>
        </a:p>
      </dgm:t>
    </dgm:pt>
    <dgm:pt modelId="{21EB565F-D364-FB44-B300-D096198161E6}">
      <dgm:prSet/>
      <dgm:spPr/>
      <dgm:t>
        <a:bodyPr/>
        <a:lstStyle/>
        <a:p>
          <a:r>
            <a:rPr lang="en-US" b="0" i="0"/>
            <a:t>F </a:t>
          </a:r>
          <a:endParaRPr lang="en-US"/>
        </a:p>
      </dgm:t>
    </dgm:pt>
    <dgm:pt modelId="{93F6552D-4F4A-B24E-8B6C-E03361E4FD92}" type="parTrans" cxnId="{89A833FB-BD92-7C44-A64B-39E3E9D2C5AB}">
      <dgm:prSet/>
      <dgm:spPr/>
      <dgm:t>
        <a:bodyPr/>
        <a:lstStyle/>
        <a:p>
          <a:endParaRPr lang="en-US"/>
        </a:p>
      </dgm:t>
    </dgm:pt>
    <dgm:pt modelId="{882FA0A6-101B-7841-97A6-0877EBA08DA5}" type="sibTrans" cxnId="{89A833FB-BD92-7C44-A64B-39E3E9D2C5AB}">
      <dgm:prSet/>
      <dgm:spPr/>
      <dgm:t>
        <a:bodyPr/>
        <a:lstStyle/>
        <a:p>
          <a:endParaRPr lang="en-US"/>
        </a:p>
      </dgm:t>
    </dgm:pt>
    <dgm:pt modelId="{B5F0FD59-1763-B942-ACFE-00A1F9A3F385}">
      <dgm:prSet/>
      <dgm:spPr/>
      <dgm:t>
        <a:bodyPr/>
        <a:lstStyle/>
        <a:p>
          <a:r>
            <a:rPr lang="en-US" b="0" i="0"/>
            <a:t>L </a:t>
          </a:r>
          <a:endParaRPr lang="en-US"/>
        </a:p>
      </dgm:t>
    </dgm:pt>
    <dgm:pt modelId="{18C2CBFD-C0C7-FA48-BA21-EC4A2CCA09E8}" type="parTrans" cxnId="{792A3D52-E545-224B-AEA4-E1EC57ED1F23}">
      <dgm:prSet/>
      <dgm:spPr/>
      <dgm:t>
        <a:bodyPr/>
        <a:lstStyle/>
        <a:p>
          <a:endParaRPr lang="en-US"/>
        </a:p>
      </dgm:t>
    </dgm:pt>
    <dgm:pt modelId="{E0F2C1F0-18E3-F547-8339-D70F8570ACB1}" type="sibTrans" cxnId="{792A3D52-E545-224B-AEA4-E1EC57ED1F23}">
      <dgm:prSet/>
      <dgm:spPr/>
      <dgm:t>
        <a:bodyPr/>
        <a:lstStyle/>
        <a:p>
          <a:endParaRPr lang="en-US"/>
        </a:p>
      </dgm:t>
    </dgm:pt>
    <dgm:pt modelId="{6912FBA2-7544-A042-9AFF-5225140C9F8A}">
      <dgm:prSet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b="0" i="0" dirty="0"/>
            <a:t>V </a:t>
          </a:r>
          <a:endParaRPr lang="en-US" dirty="0"/>
        </a:p>
      </dgm:t>
    </dgm:pt>
    <dgm:pt modelId="{56A43096-C870-304A-B897-3C13F8A4E690}" type="parTrans" cxnId="{E6053795-0CFF-184E-87DD-AEE3010B8F32}">
      <dgm:prSet/>
      <dgm:spPr/>
      <dgm:t>
        <a:bodyPr/>
        <a:lstStyle/>
        <a:p>
          <a:endParaRPr lang="en-US"/>
        </a:p>
      </dgm:t>
    </dgm:pt>
    <dgm:pt modelId="{DF265CCC-0AAD-C44E-828C-837EDA314E96}" type="sibTrans" cxnId="{E6053795-0CFF-184E-87DD-AEE3010B8F32}">
      <dgm:prSet/>
      <dgm:spPr/>
      <dgm:t>
        <a:bodyPr/>
        <a:lstStyle/>
        <a:p>
          <a:endParaRPr lang="en-US"/>
        </a:p>
      </dgm:t>
    </dgm:pt>
    <dgm:pt modelId="{3DF8B025-407B-C24B-B396-D8C66CD575EA}">
      <dgm:prSet/>
      <dgm:spPr/>
      <dgm:t>
        <a:bodyPr/>
        <a:lstStyle/>
        <a:p>
          <a:r>
            <a:rPr lang="en-US" b="0" i="0" dirty="0"/>
            <a:t>W </a:t>
          </a:r>
          <a:endParaRPr lang="en-US" dirty="0"/>
        </a:p>
      </dgm:t>
    </dgm:pt>
    <dgm:pt modelId="{7A94E9A2-70AA-5B43-AD22-96125E2EC8E4}" type="parTrans" cxnId="{49A46ABF-EEC9-CA43-9D66-6270ABA3DC09}">
      <dgm:prSet/>
      <dgm:spPr/>
      <dgm:t>
        <a:bodyPr/>
        <a:lstStyle/>
        <a:p>
          <a:endParaRPr lang="en-US"/>
        </a:p>
      </dgm:t>
    </dgm:pt>
    <dgm:pt modelId="{C7760B3A-DE4A-5845-BC6A-2CD03894C3C8}" type="sibTrans" cxnId="{49A46ABF-EEC9-CA43-9D66-6270ABA3DC09}">
      <dgm:prSet/>
      <dgm:spPr/>
      <dgm:t>
        <a:bodyPr/>
        <a:lstStyle/>
        <a:p>
          <a:endParaRPr lang="en-US"/>
        </a:p>
      </dgm:t>
    </dgm:pt>
    <dgm:pt modelId="{F201BA46-352E-6443-AB4E-6BFE9ED6AFB4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0" i="0" dirty="0"/>
            <a:t>Q </a:t>
          </a:r>
          <a:endParaRPr lang="en-US" dirty="0"/>
        </a:p>
      </dgm:t>
    </dgm:pt>
    <dgm:pt modelId="{EBBE650C-A975-EA44-844A-D423C7D0459C}" type="parTrans" cxnId="{AFB3F0B2-C7E7-F446-A442-C6B89C20BE0E}">
      <dgm:prSet/>
      <dgm:spPr/>
      <dgm:t>
        <a:bodyPr/>
        <a:lstStyle/>
        <a:p>
          <a:endParaRPr lang="en-US"/>
        </a:p>
      </dgm:t>
    </dgm:pt>
    <dgm:pt modelId="{A939B388-7B1B-1C43-ADD0-5814886B821B}" type="sibTrans" cxnId="{AFB3F0B2-C7E7-F446-A442-C6B89C20BE0E}">
      <dgm:prSet/>
      <dgm:spPr/>
      <dgm:t>
        <a:bodyPr/>
        <a:lstStyle/>
        <a:p>
          <a:endParaRPr lang="en-US"/>
        </a:p>
      </dgm:t>
    </dgm:pt>
    <dgm:pt modelId="{86B13C19-6D3F-DD4C-BFC7-1F3B4557B8BA}">
      <dgm:prSet/>
      <dgm:spPr/>
      <dgm:t>
        <a:bodyPr/>
        <a:lstStyle/>
        <a:p>
          <a:r>
            <a:rPr lang="en-US" b="0" i="0"/>
            <a:t>I</a:t>
          </a:r>
          <a:endParaRPr lang="en-US"/>
        </a:p>
      </dgm:t>
    </dgm:pt>
    <dgm:pt modelId="{2EE94C37-5626-E144-9C22-028E7EDDABAE}" type="parTrans" cxnId="{4458DCE5-60AB-CF46-A160-E053EAB1F5B8}">
      <dgm:prSet/>
      <dgm:spPr/>
      <dgm:t>
        <a:bodyPr/>
        <a:lstStyle/>
        <a:p>
          <a:endParaRPr lang="en-US"/>
        </a:p>
      </dgm:t>
    </dgm:pt>
    <dgm:pt modelId="{7119C7F9-07E4-B34B-894F-2893A5B096C7}" type="sibTrans" cxnId="{4458DCE5-60AB-CF46-A160-E053EAB1F5B8}">
      <dgm:prSet/>
      <dgm:spPr/>
      <dgm:t>
        <a:bodyPr/>
        <a:lstStyle/>
        <a:p>
          <a:endParaRPr lang="en-US"/>
        </a:p>
      </dgm:t>
    </dgm:pt>
    <dgm:pt modelId="{20FCA0F9-B653-0C42-8734-8866C997C923}" type="pres">
      <dgm:prSet presAssocID="{697DF425-6B13-6640-B800-B750F80E2085}" presName="Name0" presStyleCnt="0">
        <dgm:presLayoutVars>
          <dgm:dir/>
          <dgm:resizeHandles val="exact"/>
        </dgm:presLayoutVars>
      </dgm:prSet>
      <dgm:spPr/>
    </dgm:pt>
    <dgm:pt modelId="{F96853F2-2DBB-E945-B930-BF8588310D2F}" type="pres">
      <dgm:prSet presAssocID="{2AB9C984-76F4-7645-B7CC-991577DDCB1D}" presName="node" presStyleLbl="node1" presStyleIdx="0" presStyleCnt="10">
        <dgm:presLayoutVars>
          <dgm:bulletEnabled val="1"/>
        </dgm:presLayoutVars>
      </dgm:prSet>
      <dgm:spPr/>
    </dgm:pt>
    <dgm:pt modelId="{C22761B4-1C44-4449-A6D8-866847BDFCDF}" type="pres">
      <dgm:prSet presAssocID="{B69E0CE2-975D-5444-84FE-4EF40EF22530}" presName="sibTrans" presStyleLbl="sibTrans2D1" presStyleIdx="0" presStyleCnt="9"/>
      <dgm:spPr/>
    </dgm:pt>
    <dgm:pt modelId="{000636B1-BF40-E649-A56E-62BF0A681F10}" type="pres">
      <dgm:prSet presAssocID="{B69E0CE2-975D-5444-84FE-4EF40EF22530}" presName="connectorText" presStyleLbl="sibTrans2D1" presStyleIdx="0" presStyleCnt="9"/>
      <dgm:spPr/>
    </dgm:pt>
    <dgm:pt modelId="{D0D43028-4BAF-074F-8E0B-7D6AE4122159}" type="pres">
      <dgm:prSet presAssocID="{43638595-F57C-AD46-9E32-150FE7921A98}" presName="node" presStyleLbl="node1" presStyleIdx="1" presStyleCnt="10">
        <dgm:presLayoutVars>
          <dgm:bulletEnabled val="1"/>
        </dgm:presLayoutVars>
      </dgm:prSet>
      <dgm:spPr/>
    </dgm:pt>
    <dgm:pt modelId="{749B2683-861D-EE44-985F-5A46D5429BF6}" type="pres">
      <dgm:prSet presAssocID="{C7895FD0-453A-FE4E-BB8C-F855997A2FC6}" presName="sibTrans" presStyleLbl="sibTrans2D1" presStyleIdx="1" presStyleCnt="9"/>
      <dgm:spPr/>
    </dgm:pt>
    <dgm:pt modelId="{53861DB6-61C6-7D4B-B490-450D5212D061}" type="pres">
      <dgm:prSet presAssocID="{C7895FD0-453A-FE4E-BB8C-F855997A2FC6}" presName="connectorText" presStyleLbl="sibTrans2D1" presStyleIdx="1" presStyleCnt="9"/>
      <dgm:spPr/>
    </dgm:pt>
    <dgm:pt modelId="{7BA062EB-07A5-8440-8C31-F20916CA8BCC}" type="pres">
      <dgm:prSet presAssocID="{70367082-2DDD-3B4A-8F29-72508EC04D29}" presName="node" presStyleLbl="node1" presStyleIdx="2" presStyleCnt="10">
        <dgm:presLayoutVars>
          <dgm:bulletEnabled val="1"/>
        </dgm:presLayoutVars>
      </dgm:prSet>
      <dgm:spPr/>
    </dgm:pt>
    <dgm:pt modelId="{2B6CD454-0B2D-BA47-A48A-3CC04817E675}" type="pres">
      <dgm:prSet presAssocID="{C8B7DA66-6600-0849-87B1-84EDD1B5FA05}" presName="sibTrans" presStyleLbl="sibTrans2D1" presStyleIdx="2" presStyleCnt="9"/>
      <dgm:spPr/>
    </dgm:pt>
    <dgm:pt modelId="{AA83125F-47D1-9642-8DB8-C8BEBBC3EF87}" type="pres">
      <dgm:prSet presAssocID="{C8B7DA66-6600-0849-87B1-84EDD1B5FA05}" presName="connectorText" presStyleLbl="sibTrans2D1" presStyleIdx="2" presStyleCnt="9"/>
      <dgm:spPr/>
    </dgm:pt>
    <dgm:pt modelId="{6BE9B592-79C6-0547-8AA4-F7C336C119F6}" type="pres">
      <dgm:prSet presAssocID="{64531633-71B4-0B42-9C29-EB980AF89393}" presName="node" presStyleLbl="node1" presStyleIdx="3" presStyleCnt="10">
        <dgm:presLayoutVars>
          <dgm:bulletEnabled val="1"/>
        </dgm:presLayoutVars>
      </dgm:prSet>
      <dgm:spPr/>
    </dgm:pt>
    <dgm:pt modelId="{1F504BC7-40A9-0541-99B7-3A79B1DC28D2}" type="pres">
      <dgm:prSet presAssocID="{34490C9F-806E-834C-A5A7-4F7C1C74FBAC}" presName="sibTrans" presStyleLbl="sibTrans2D1" presStyleIdx="3" presStyleCnt="9"/>
      <dgm:spPr/>
    </dgm:pt>
    <dgm:pt modelId="{146BE36E-949A-2F43-A83A-9BB2A9B0F919}" type="pres">
      <dgm:prSet presAssocID="{34490C9F-806E-834C-A5A7-4F7C1C74FBAC}" presName="connectorText" presStyleLbl="sibTrans2D1" presStyleIdx="3" presStyleCnt="9"/>
      <dgm:spPr/>
    </dgm:pt>
    <dgm:pt modelId="{F7F5B38E-230F-0B4F-8127-F89C1548E17B}" type="pres">
      <dgm:prSet presAssocID="{21EB565F-D364-FB44-B300-D096198161E6}" presName="node" presStyleLbl="node1" presStyleIdx="4" presStyleCnt="10">
        <dgm:presLayoutVars>
          <dgm:bulletEnabled val="1"/>
        </dgm:presLayoutVars>
      </dgm:prSet>
      <dgm:spPr/>
    </dgm:pt>
    <dgm:pt modelId="{C7168476-B74E-A94E-91BB-549ABAA75013}" type="pres">
      <dgm:prSet presAssocID="{882FA0A6-101B-7841-97A6-0877EBA08DA5}" presName="sibTrans" presStyleLbl="sibTrans2D1" presStyleIdx="4" presStyleCnt="9"/>
      <dgm:spPr/>
    </dgm:pt>
    <dgm:pt modelId="{3171EF7F-48C6-3749-B6D0-972C639F525E}" type="pres">
      <dgm:prSet presAssocID="{882FA0A6-101B-7841-97A6-0877EBA08DA5}" presName="connectorText" presStyleLbl="sibTrans2D1" presStyleIdx="4" presStyleCnt="9"/>
      <dgm:spPr/>
    </dgm:pt>
    <dgm:pt modelId="{305B4119-BED5-F648-ACB5-E4BA201833E6}" type="pres">
      <dgm:prSet presAssocID="{B5F0FD59-1763-B942-ACFE-00A1F9A3F385}" presName="node" presStyleLbl="node1" presStyleIdx="5" presStyleCnt="10">
        <dgm:presLayoutVars>
          <dgm:bulletEnabled val="1"/>
        </dgm:presLayoutVars>
      </dgm:prSet>
      <dgm:spPr/>
    </dgm:pt>
    <dgm:pt modelId="{08DCC042-B5F0-704E-AF24-8D3F930182E5}" type="pres">
      <dgm:prSet presAssocID="{E0F2C1F0-18E3-F547-8339-D70F8570ACB1}" presName="sibTrans" presStyleLbl="sibTrans2D1" presStyleIdx="5" presStyleCnt="9"/>
      <dgm:spPr/>
    </dgm:pt>
    <dgm:pt modelId="{13B7DA26-3947-5E46-B076-DFD59D7CC737}" type="pres">
      <dgm:prSet presAssocID="{E0F2C1F0-18E3-F547-8339-D70F8570ACB1}" presName="connectorText" presStyleLbl="sibTrans2D1" presStyleIdx="5" presStyleCnt="9"/>
      <dgm:spPr/>
    </dgm:pt>
    <dgm:pt modelId="{D450794D-92CF-F449-AD02-66748DD30C7D}" type="pres">
      <dgm:prSet presAssocID="{6912FBA2-7544-A042-9AFF-5225140C9F8A}" presName="node" presStyleLbl="node1" presStyleIdx="6" presStyleCnt="10">
        <dgm:presLayoutVars>
          <dgm:bulletEnabled val="1"/>
        </dgm:presLayoutVars>
      </dgm:prSet>
      <dgm:spPr/>
    </dgm:pt>
    <dgm:pt modelId="{84FF452D-9B71-234F-92AB-2B4E0C1EE72E}" type="pres">
      <dgm:prSet presAssocID="{DF265CCC-0AAD-C44E-828C-837EDA314E96}" presName="sibTrans" presStyleLbl="sibTrans2D1" presStyleIdx="6" presStyleCnt="9"/>
      <dgm:spPr/>
    </dgm:pt>
    <dgm:pt modelId="{ADFA25D5-A68B-284C-9431-9C59CC516DD1}" type="pres">
      <dgm:prSet presAssocID="{DF265CCC-0AAD-C44E-828C-837EDA314E96}" presName="connectorText" presStyleLbl="sibTrans2D1" presStyleIdx="6" presStyleCnt="9"/>
      <dgm:spPr/>
    </dgm:pt>
    <dgm:pt modelId="{760E580F-6BC5-054E-A496-6B1E6D06618C}" type="pres">
      <dgm:prSet presAssocID="{3DF8B025-407B-C24B-B396-D8C66CD575EA}" presName="node" presStyleLbl="node1" presStyleIdx="7" presStyleCnt="10">
        <dgm:presLayoutVars>
          <dgm:bulletEnabled val="1"/>
        </dgm:presLayoutVars>
      </dgm:prSet>
      <dgm:spPr/>
    </dgm:pt>
    <dgm:pt modelId="{5C74FB61-9A93-354A-85D0-8726AABF5385}" type="pres">
      <dgm:prSet presAssocID="{C7760B3A-DE4A-5845-BC6A-2CD03894C3C8}" presName="sibTrans" presStyleLbl="sibTrans2D1" presStyleIdx="7" presStyleCnt="9"/>
      <dgm:spPr/>
    </dgm:pt>
    <dgm:pt modelId="{EAB7361F-BD60-9F4F-8CEB-8835C020A4E4}" type="pres">
      <dgm:prSet presAssocID="{C7760B3A-DE4A-5845-BC6A-2CD03894C3C8}" presName="connectorText" presStyleLbl="sibTrans2D1" presStyleIdx="7" presStyleCnt="9"/>
      <dgm:spPr/>
    </dgm:pt>
    <dgm:pt modelId="{125918BA-9DC8-E84D-B749-46ED8064DFD9}" type="pres">
      <dgm:prSet presAssocID="{F201BA46-352E-6443-AB4E-6BFE9ED6AFB4}" presName="node" presStyleLbl="node1" presStyleIdx="8" presStyleCnt="10">
        <dgm:presLayoutVars>
          <dgm:bulletEnabled val="1"/>
        </dgm:presLayoutVars>
      </dgm:prSet>
      <dgm:spPr/>
    </dgm:pt>
    <dgm:pt modelId="{A98D83A2-B308-A54B-8E39-01D10259AF8D}" type="pres">
      <dgm:prSet presAssocID="{A939B388-7B1B-1C43-ADD0-5814886B821B}" presName="sibTrans" presStyleLbl="sibTrans2D1" presStyleIdx="8" presStyleCnt="9"/>
      <dgm:spPr/>
    </dgm:pt>
    <dgm:pt modelId="{F95B8E79-4304-5C40-B9FC-B0ECB484DFCC}" type="pres">
      <dgm:prSet presAssocID="{A939B388-7B1B-1C43-ADD0-5814886B821B}" presName="connectorText" presStyleLbl="sibTrans2D1" presStyleIdx="8" presStyleCnt="9"/>
      <dgm:spPr/>
    </dgm:pt>
    <dgm:pt modelId="{222E1E1F-B159-A647-973C-D2DD98223FCE}" type="pres">
      <dgm:prSet presAssocID="{86B13C19-6D3F-DD4C-BFC7-1F3B4557B8BA}" presName="node" presStyleLbl="node1" presStyleIdx="9" presStyleCnt="10">
        <dgm:presLayoutVars>
          <dgm:bulletEnabled val="1"/>
        </dgm:presLayoutVars>
      </dgm:prSet>
      <dgm:spPr/>
    </dgm:pt>
  </dgm:ptLst>
  <dgm:cxnLst>
    <dgm:cxn modelId="{15E5980E-387F-FB48-A089-36D28633E984}" type="presOf" srcId="{697DF425-6B13-6640-B800-B750F80E2085}" destId="{20FCA0F9-B653-0C42-8734-8866C997C923}" srcOrd="0" destOrd="0" presId="urn:microsoft.com/office/officeart/2005/8/layout/process1"/>
    <dgm:cxn modelId="{EA419F10-2AFF-AF47-ACCB-5F43B22D5E2A}" type="presOf" srcId="{34490C9F-806E-834C-A5A7-4F7C1C74FBAC}" destId="{146BE36E-949A-2F43-A83A-9BB2A9B0F919}" srcOrd="1" destOrd="0" presId="urn:microsoft.com/office/officeart/2005/8/layout/process1"/>
    <dgm:cxn modelId="{3D5D1C1C-8741-BB4D-86CC-BFA3DC9D12F2}" type="presOf" srcId="{C8B7DA66-6600-0849-87B1-84EDD1B5FA05}" destId="{AA83125F-47D1-9642-8DB8-C8BEBBC3EF87}" srcOrd="1" destOrd="0" presId="urn:microsoft.com/office/officeart/2005/8/layout/process1"/>
    <dgm:cxn modelId="{DE4ADB1E-AFBB-4D4C-A4EA-70DF3BC8A18C}" srcId="{697DF425-6B13-6640-B800-B750F80E2085}" destId="{64531633-71B4-0B42-9C29-EB980AF89393}" srcOrd="3" destOrd="0" parTransId="{91BE3431-DFE2-8F45-8874-F79ADDE53BB5}" sibTransId="{34490C9F-806E-834C-A5A7-4F7C1C74FBAC}"/>
    <dgm:cxn modelId="{D5B4B22D-FAF3-E94B-95F2-1B768F7A93AC}" type="presOf" srcId="{6912FBA2-7544-A042-9AFF-5225140C9F8A}" destId="{D450794D-92CF-F449-AD02-66748DD30C7D}" srcOrd="0" destOrd="0" presId="urn:microsoft.com/office/officeart/2005/8/layout/process1"/>
    <dgm:cxn modelId="{63E62C38-11B3-B74C-AC96-EE92A9AD0D9D}" type="presOf" srcId="{E0F2C1F0-18E3-F547-8339-D70F8570ACB1}" destId="{13B7DA26-3947-5E46-B076-DFD59D7CC737}" srcOrd="1" destOrd="0" presId="urn:microsoft.com/office/officeart/2005/8/layout/process1"/>
    <dgm:cxn modelId="{16193738-3410-E344-B37C-E079FA22897D}" type="presOf" srcId="{C7760B3A-DE4A-5845-BC6A-2CD03894C3C8}" destId="{5C74FB61-9A93-354A-85D0-8726AABF5385}" srcOrd="0" destOrd="0" presId="urn:microsoft.com/office/officeart/2005/8/layout/process1"/>
    <dgm:cxn modelId="{D6992B3C-508C-2349-A3A7-E8A86C2936CF}" type="presOf" srcId="{882FA0A6-101B-7841-97A6-0877EBA08DA5}" destId="{3171EF7F-48C6-3749-B6D0-972C639F525E}" srcOrd="1" destOrd="0" presId="urn:microsoft.com/office/officeart/2005/8/layout/process1"/>
    <dgm:cxn modelId="{25BB2C4F-339D-6F4A-B99E-02B8B9350DC1}" type="presOf" srcId="{64531633-71B4-0B42-9C29-EB980AF89393}" destId="{6BE9B592-79C6-0547-8AA4-F7C336C119F6}" srcOrd="0" destOrd="0" presId="urn:microsoft.com/office/officeart/2005/8/layout/process1"/>
    <dgm:cxn modelId="{792A3D52-E545-224B-AEA4-E1EC57ED1F23}" srcId="{697DF425-6B13-6640-B800-B750F80E2085}" destId="{B5F0FD59-1763-B942-ACFE-00A1F9A3F385}" srcOrd="5" destOrd="0" parTransId="{18C2CBFD-C0C7-FA48-BA21-EC4A2CCA09E8}" sibTransId="{E0F2C1F0-18E3-F547-8339-D70F8570ACB1}"/>
    <dgm:cxn modelId="{9716F852-199A-6240-B048-633F6B7AE770}" type="presOf" srcId="{C7760B3A-DE4A-5845-BC6A-2CD03894C3C8}" destId="{EAB7361F-BD60-9F4F-8CEB-8835C020A4E4}" srcOrd="1" destOrd="0" presId="urn:microsoft.com/office/officeart/2005/8/layout/process1"/>
    <dgm:cxn modelId="{1C429857-7C44-7A4A-94DE-081A33D9B3E2}" type="presOf" srcId="{C7895FD0-453A-FE4E-BB8C-F855997A2FC6}" destId="{53861DB6-61C6-7D4B-B490-450D5212D061}" srcOrd="1" destOrd="0" presId="urn:microsoft.com/office/officeart/2005/8/layout/process1"/>
    <dgm:cxn modelId="{01A65158-53DF-1A45-AB84-EC138B78891F}" type="presOf" srcId="{F201BA46-352E-6443-AB4E-6BFE9ED6AFB4}" destId="{125918BA-9DC8-E84D-B749-46ED8064DFD9}" srcOrd="0" destOrd="0" presId="urn:microsoft.com/office/officeart/2005/8/layout/process1"/>
    <dgm:cxn modelId="{E2F96F5B-E85B-8F4C-9AB8-8F3730F0E419}" type="presOf" srcId="{B5F0FD59-1763-B942-ACFE-00A1F9A3F385}" destId="{305B4119-BED5-F648-ACB5-E4BA201833E6}" srcOrd="0" destOrd="0" presId="urn:microsoft.com/office/officeart/2005/8/layout/process1"/>
    <dgm:cxn modelId="{CDF0DE5C-B4BD-EF4D-87C7-BDE5E1EDC8C4}" type="presOf" srcId="{34490C9F-806E-834C-A5A7-4F7C1C74FBAC}" destId="{1F504BC7-40A9-0541-99B7-3A79B1DC28D2}" srcOrd="0" destOrd="0" presId="urn:microsoft.com/office/officeart/2005/8/layout/process1"/>
    <dgm:cxn modelId="{A28D976A-CEBF-6546-8995-0102661A4FA6}" type="presOf" srcId="{B69E0CE2-975D-5444-84FE-4EF40EF22530}" destId="{C22761B4-1C44-4449-A6D8-866847BDFCDF}" srcOrd="0" destOrd="0" presId="urn:microsoft.com/office/officeart/2005/8/layout/process1"/>
    <dgm:cxn modelId="{55CC5B7A-45BD-EE4F-867F-F05540BCD468}" type="presOf" srcId="{C8B7DA66-6600-0849-87B1-84EDD1B5FA05}" destId="{2B6CD454-0B2D-BA47-A48A-3CC04817E675}" srcOrd="0" destOrd="0" presId="urn:microsoft.com/office/officeart/2005/8/layout/process1"/>
    <dgm:cxn modelId="{2FE0D97C-D001-9148-BF4B-38EF5976CAB6}" type="presOf" srcId="{2AB9C984-76F4-7645-B7CC-991577DDCB1D}" destId="{F96853F2-2DBB-E945-B930-BF8588310D2F}" srcOrd="0" destOrd="0" presId="urn:microsoft.com/office/officeart/2005/8/layout/process1"/>
    <dgm:cxn modelId="{0B0AED7C-06F9-2D41-94B3-D208ACB49E1A}" type="presOf" srcId="{A939B388-7B1B-1C43-ADD0-5814886B821B}" destId="{A98D83A2-B308-A54B-8E39-01D10259AF8D}" srcOrd="0" destOrd="0" presId="urn:microsoft.com/office/officeart/2005/8/layout/process1"/>
    <dgm:cxn modelId="{18141095-D5C9-474F-A8F0-2B78C37832BD}" srcId="{697DF425-6B13-6640-B800-B750F80E2085}" destId="{2AB9C984-76F4-7645-B7CC-991577DDCB1D}" srcOrd="0" destOrd="0" parTransId="{3A655679-6137-C641-AA88-E345890DB872}" sibTransId="{B69E0CE2-975D-5444-84FE-4EF40EF22530}"/>
    <dgm:cxn modelId="{E6053795-0CFF-184E-87DD-AEE3010B8F32}" srcId="{697DF425-6B13-6640-B800-B750F80E2085}" destId="{6912FBA2-7544-A042-9AFF-5225140C9F8A}" srcOrd="6" destOrd="0" parTransId="{56A43096-C870-304A-B897-3C13F8A4E690}" sibTransId="{DF265CCC-0AAD-C44E-828C-837EDA314E96}"/>
    <dgm:cxn modelId="{515C7E99-C1F3-BC47-951B-734C65AFB1B9}" type="presOf" srcId="{43638595-F57C-AD46-9E32-150FE7921A98}" destId="{D0D43028-4BAF-074F-8E0B-7D6AE4122159}" srcOrd="0" destOrd="0" presId="urn:microsoft.com/office/officeart/2005/8/layout/process1"/>
    <dgm:cxn modelId="{DCADED9C-7B2A-C744-97EF-4F007D556A8E}" type="presOf" srcId="{86B13C19-6D3F-DD4C-BFC7-1F3B4557B8BA}" destId="{222E1E1F-B159-A647-973C-D2DD98223FCE}" srcOrd="0" destOrd="0" presId="urn:microsoft.com/office/officeart/2005/8/layout/process1"/>
    <dgm:cxn modelId="{C595159D-99DD-334F-85F8-9F8B7C3281E5}" type="presOf" srcId="{E0F2C1F0-18E3-F547-8339-D70F8570ACB1}" destId="{08DCC042-B5F0-704E-AF24-8D3F930182E5}" srcOrd="0" destOrd="0" presId="urn:microsoft.com/office/officeart/2005/8/layout/process1"/>
    <dgm:cxn modelId="{9F05BC9E-E9A8-6244-9DDB-9EB9708197E5}" srcId="{697DF425-6B13-6640-B800-B750F80E2085}" destId="{43638595-F57C-AD46-9E32-150FE7921A98}" srcOrd="1" destOrd="0" parTransId="{D547EF98-401B-6745-853F-534166E74922}" sibTransId="{C7895FD0-453A-FE4E-BB8C-F855997A2FC6}"/>
    <dgm:cxn modelId="{2A3B1AA0-0998-CA49-B222-920529BEB87B}" type="presOf" srcId="{882FA0A6-101B-7841-97A6-0877EBA08DA5}" destId="{C7168476-B74E-A94E-91BB-549ABAA75013}" srcOrd="0" destOrd="0" presId="urn:microsoft.com/office/officeart/2005/8/layout/process1"/>
    <dgm:cxn modelId="{2CCCBBAA-6A3E-CD43-8B02-B15D7B636291}" srcId="{697DF425-6B13-6640-B800-B750F80E2085}" destId="{70367082-2DDD-3B4A-8F29-72508EC04D29}" srcOrd="2" destOrd="0" parTransId="{3EB67638-9BB6-8F44-A892-DE41F0C9DD5E}" sibTransId="{C8B7DA66-6600-0849-87B1-84EDD1B5FA05}"/>
    <dgm:cxn modelId="{AFB3F0B2-C7E7-F446-A442-C6B89C20BE0E}" srcId="{697DF425-6B13-6640-B800-B750F80E2085}" destId="{F201BA46-352E-6443-AB4E-6BFE9ED6AFB4}" srcOrd="8" destOrd="0" parTransId="{EBBE650C-A975-EA44-844A-D423C7D0459C}" sibTransId="{A939B388-7B1B-1C43-ADD0-5814886B821B}"/>
    <dgm:cxn modelId="{2F7B06B6-4BA0-EB4D-A7DC-B7A841866AE6}" type="presOf" srcId="{3DF8B025-407B-C24B-B396-D8C66CD575EA}" destId="{760E580F-6BC5-054E-A496-6B1E6D06618C}" srcOrd="0" destOrd="0" presId="urn:microsoft.com/office/officeart/2005/8/layout/process1"/>
    <dgm:cxn modelId="{1CB24EBE-335B-0641-9A69-A953EA1F280C}" type="presOf" srcId="{DF265CCC-0AAD-C44E-828C-837EDA314E96}" destId="{84FF452D-9B71-234F-92AB-2B4E0C1EE72E}" srcOrd="0" destOrd="0" presId="urn:microsoft.com/office/officeart/2005/8/layout/process1"/>
    <dgm:cxn modelId="{B07B05BF-9FF1-EB48-9820-F91D03CF6012}" type="presOf" srcId="{DF265CCC-0AAD-C44E-828C-837EDA314E96}" destId="{ADFA25D5-A68B-284C-9431-9C59CC516DD1}" srcOrd="1" destOrd="0" presId="urn:microsoft.com/office/officeart/2005/8/layout/process1"/>
    <dgm:cxn modelId="{49A46ABF-EEC9-CA43-9D66-6270ABA3DC09}" srcId="{697DF425-6B13-6640-B800-B750F80E2085}" destId="{3DF8B025-407B-C24B-B396-D8C66CD575EA}" srcOrd="7" destOrd="0" parTransId="{7A94E9A2-70AA-5B43-AD22-96125E2EC8E4}" sibTransId="{C7760B3A-DE4A-5845-BC6A-2CD03894C3C8}"/>
    <dgm:cxn modelId="{87B999C3-C805-7147-ABA2-3A9C89535FF4}" type="presOf" srcId="{C7895FD0-453A-FE4E-BB8C-F855997A2FC6}" destId="{749B2683-861D-EE44-985F-5A46D5429BF6}" srcOrd="0" destOrd="0" presId="urn:microsoft.com/office/officeart/2005/8/layout/process1"/>
    <dgm:cxn modelId="{381FABE2-930B-D344-A1E1-133B1ED302A8}" type="presOf" srcId="{21EB565F-D364-FB44-B300-D096198161E6}" destId="{F7F5B38E-230F-0B4F-8127-F89C1548E17B}" srcOrd="0" destOrd="0" presId="urn:microsoft.com/office/officeart/2005/8/layout/process1"/>
    <dgm:cxn modelId="{4458DCE5-60AB-CF46-A160-E053EAB1F5B8}" srcId="{697DF425-6B13-6640-B800-B750F80E2085}" destId="{86B13C19-6D3F-DD4C-BFC7-1F3B4557B8BA}" srcOrd="9" destOrd="0" parTransId="{2EE94C37-5626-E144-9C22-028E7EDDABAE}" sibTransId="{7119C7F9-07E4-B34B-894F-2893A5B096C7}"/>
    <dgm:cxn modelId="{FB9B9DF3-D5D2-9A4A-B095-69FD14F2C8EE}" type="presOf" srcId="{70367082-2DDD-3B4A-8F29-72508EC04D29}" destId="{7BA062EB-07A5-8440-8C31-F20916CA8BCC}" srcOrd="0" destOrd="0" presId="urn:microsoft.com/office/officeart/2005/8/layout/process1"/>
    <dgm:cxn modelId="{F2E672F5-5BBB-A247-93CB-7A438EFB9726}" type="presOf" srcId="{B69E0CE2-975D-5444-84FE-4EF40EF22530}" destId="{000636B1-BF40-E649-A56E-62BF0A681F10}" srcOrd="1" destOrd="0" presId="urn:microsoft.com/office/officeart/2005/8/layout/process1"/>
    <dgm:cxn modelId="{89A833FB-BD92-7C44-A64B-39E3E9D2C5AB}" srcId="{697DF425-6B13-6640-B800-B750F80E2085}" destId="{21EB565F-D364-FB44-B300-D096198161E6}" srcOrd="4" destOrd="0" parTransId="{93F6552D-4F4A-B24E-8B6C-E03361E4FD92}" sibTransId="{882FA0A6-101B-7841-97A6-0877EBA08DA5}"/>
    <dgm:cxn modelId="{12D444FC-182C-854F-824D-BD33D88C3CF0}" type="presOf" srcId="{A939B388-7B1B-1C43-ADD0-5814886B821B}" destId="{F95B8E79-4304-5C40-B9FC-B0ECB484DFCC}" srcOrd="1" destOrd="0" presId="urn:microsoft.com/office/officeart/2005/8/layout/process1"/>
    <dgm:cxn modelId="{90FC0278-9526-7442-B323-B6A1E7011FE9}" type="presParOf" srcId="{20FCA0F9-B653-0C42-8734-8866C997C923}" destId="{F96853F2-2DBB-E945-B930-BF8588310D2F}" srcOrd="0" destOrd="0" presId="urn:microsoft.com/office/officeart/2005/8/layout/process1"/>
    <dgm:cxn modelId="{5B7992E0-231F-E54F-8D56-E3906869EAAA}" type="presParOf" srcId="{20FCA0F9-B653-0C42-8734-8866C997C923}" destId="{C22761B4-1C44-4449-A6D8-866847BDFCDF}" srcOrd="1" destOrd="0" presId="urn:microsoft.com/office/officeart/2005/8/layout/process1"/>
    <dgm:cxn modelId="{C5C89BED-99E0-114E-BC0A-11E4C8E349FD}" type="presParOf" srcId="{C22761B4-1C44-4449-A6D8-866847BDFCDF}" destId="{000636B1-BF40-E649-A56E-62BF0A681F10}" srcOrd="0" destOrd="0" presId="urn:microsoft.com/office/officeart/2005/8/layout/process1"/>
    <dgm:cxn modelId="{351CE0F5-6E30-0849-992D-67F3D179F425}" type="presParOf" srcId="{20FCA0F9-B653-0C42-8734-8866C997C923}" destId="{D0D43028-4BAF-074F-8E0B-7D6AE4122159}" srcOrd="2" destOrd="0" presId="urn:microsoft.com/office/officeart/2005/8/layout/process1"/>
    <dgm:cxn modelId="{727C3FAB-8A17-4646-BE2B-52A7C04D8129}" type="presParOf" srcId="{20FCA0F9-B653-0C42-8734-8866C997C923}" destId="{749B2683-861D-EE44-985F-5A46D5429BF6}" srcOrd="3" destOrd="0" presId="urn:microsoft.com/office/officeart/2005/8/layout/process1"/>
    <dgm:cxn modelId="{C7EE6A82-A2A9-BD40-B6A8-59F12DAE53D8}" type="presParOf" srcId="{749B2683-861D-EE44-985F-5A46D5429BF6}" destId="{53861DB6-61C6-7D4B-B490-450D5212D061}" srcOrd="0" destOrd="0" presId="urn:microsoft.com/office/officeart/2005/8/layout/process1"/>
    <dgm:cxn modelId="{745664A9-7883-3D43-9D03-A74F46B52055}" type="presParOf" srcId="{20FCA0F9-B653-0C42-8734-8866C997C923}" destId="{7BA062EB-07A5-8440-8C31-F20916CA8BCC}" srcOrd="4" destOrd="0" presId="urn:microsoft.com/office/officeart/2005/8/layout/process1"/>
    <dgm:cxn modelId="{2D47DD62-AFEA-3049-9553-3D36A93DF5BF}" type="presParOf" srcId="{20FCA0F9-B653-0C42-8734-8866C997C923}" destId="{2B6CD454-0B2D-BA47-A48A-3CC04817E675}" srcOrd="5" destOrd="0" presId="urn:microsoft.com/office/officeart/2005/8/layout/process1"/>
    <dgm:cxn modelId="{E6394FF2-D82D-AA40-9608-278DEA1D4E14}" type="presParOf" srcId="{2B6CD454-0B2D-BA47-A48A-3CC04817E675}" destId="{AA83125F-47D1-9642-8DB8-C8BEBBC3EF87}" srcOrd="0" destOrd="0" presId="urn:microsoft.com/office/officeart/2005/8/layout/process1"/>
    <dgm:cxn modelId="{7A3777CB-D095-2D40-B7C9-E80F21D1FE82}" type="presParOf" srcId="{20FCA0F9-B653-0C42-8734-8866C997C923}" destId="{6BE9B592-79C6-0547-8AA4-F7C336C119F6}" srcOrd="6" destOrd="0" presId="urn:microsoft.com/office/officeart/2005/8/layout/process1"/>
    <dgm:cxn modelId="{07826CF1-AF04-1A40-8D83-51A9F32915B7}" type="presParOf" srcId="{20FCA0F9-B653-0C42-8734-8866C997C923}" destId="{1F504BC7-40A9-0541-99B7-3A79B1DC28D2}" srcOrd="7" destOrd="0" presId="urn:microsoft.com/office/officeart/2005/8/layout/process1"/>
    <dgm:cxn modelId="{2F27184C-1315-4B44-8E77-EBB4DE15137B}" type="presParOf" srcId="{1F504BC7-40A9-0541-99B7-3A79B1DC28D2}" destId="{146BE36E-949A-2F43-A83A-9BB2A9B0F919}" srcOrd="0" destOrd="0" presId="urn:microsoft.com/office/officeart/2005/8/layout/process1"/>
    <dgm:cxn modelId="{11E20FD4-7FF0-2440-BFC0-49A23626AE9E}" type="presParOf" srcId="{20FCA0F9-B653-0C42-8734-8866C997C923}" destId="{F7F5B38E-230F-0B4F-8127-F89C1548E17B}" srcOrd="8" destOrd="0" presId="urn:microsoft.com/office/officeart/2005/8/layout/process1"/>
    <dgm:cxn modelId="{4C5FCCE1-F5ED-8442-8151-F31123D1D600}" type="presParOf" srcId="{20FCA0F9-B653-0C42-8734-8866C997C923}" destId="{C7168476-B74E-A94E-91BB-549ABAA75013}" srcOrd="9" destOrd="0" presId="urn:microsoft.com/office/officeart/2005/8/layout/process1"/>
    <dgm:cxn modelId="{B4647C6D-BF26-0444-A3B3-499FFF8D2D9E}" type="presParOf" srcId="{C7168476-B74E-A94E-91BB-549ABAA75013}" destId="{3171EF7F-48C6-3749-B6D0-972C639F525E}" srcOrd="0" destOrd="0" presId="urn:microsoft.com/office/officeart/2005/8/layout/process1"/>
    <dgm:cxn modelId="{B93D46A9-6A8E-F74C-BE06-B402E7D568FC}" type="presParOf" srcId="{20FCA0F9-B653-0C42-8734-8866C997C923}" destId="{305B4119-BED5-F648-ACB5-E4BA201833E6}" srcOrd="10" destOrd="0" presId="urn:microsoft.com/office/officeart/2005/8/layout/process1"/>
    <dgm:cxn modelId="{4CBF6579-C0DB-C646-B12B-29B104F286AF}" type="presParOf" srcId="{20FCA0F9-B653-0C42-8734-8866C997C923}" destId="{08DCC042-B5F0-704E-AF24-8D3F930182E5}" srcOrd="11" destOrd="0" presId="urn:microsoft.com/office/officeart/2005/8/layout/process1"/>
    <dgm:cxn modelId="{81B718F2-E4F1-134E-A7A5-69148BC2A646}" type="presParOf" srcId="{08DCC042-B5F0-704E-AF24-8D3F930182E5}" destId="{13B7DA26-3947-5E46-B076-DFD59D7CC737}" srcOrd="0" destOrd="0" presId="urn:microsoft.com/office/officeart/2005/8/layout/process1"/>
    <dgm:cxn modelId="{2F94A7B4-31F9-1441-AE40-D986983DEFB1}" type="presParOf" srcId="{20FCA0F9-B653-0C42-8734-8866C997C923}" destId="{D450794D-92CF-F449-AD02-66748DD30C7D}" srcOrd="12" destOrd="0" presId="urn:microsoft.com/office/officeart/2005/8/layout/process1"/>
    <dgm:cxn modelId="{CA004674-E1F9-BD43-A88E-E7459F78C23D}" type="presParOf" srcId="{20FCA0F9-B653-0C42-8734-8866C997C923}" destId="{84FF452D-9B71-234F-92AB-2B4E0C1EE72E}" srcOrd="13" destOrd="0" presId="urn:microsoft.com/office/officeart/2005/8/layout/process1"/>
    <dgm:cxn modelId="{C2897EB7-1FBB-BD48-BCDF-DC8CA8D520A3}" type="presParOf" srcId="{84FF452D-9B71-234F-92AB-2B4E0C1EE72E}" destId="{ADFA25D5-A68B-284C-9431-9C59CC516DD1}" srcOrd="0" destOrd="0" presId="urn:microsoft.com/office/officeart/2005/8/layout/process1"/>
    <dgm:cxn modelId="{FD5666C5-856C-EE4A-9FBC-E56EDFCED303}" type="presParOf" srcId="{20FCA0F9-B653-0C42-8734-8866C997C923}" destId="{760E580F-6BC5-054E-A496-6B1E6D06618C}" srcOrd="14" destOrd="0" presId="urn:microsoft.com/office/officeart/2005/8/layout/process1"/>
    <dgm:cxn modelId="{7CD7BB8D-4352-D147-B745-96B6E021784A}" type="presParOf" srcId="{20FCA0F9-B653-0C42-8734-8866C997C923}" destId="{5C74FB61-9A93-354A-85D0-8726AABF5385}" srcOrd="15" destOrd="0" presId="urn:microsoft.com/office/officeart/2005/8/layout/process1"/>
    <dgm:cxn modelId="{85F059C7-723F-E14C-81C4-238260123685}" type="presParOf" srcId="{5C74FB61-9A93-354A-85D0-8726AABF5385}" destId="{EAB7361F-BD60-9F4F-8CEB-8835C020A4E4}" srcOrd="0" destOrd="0" presId="urn:microsoft.com/office/officeart/2005/8/layout/process1"/>
    <dgm:cxn modelId="{BB8CDD29-A860-1644-A39D-CEAEF048F89A}" type="presParOf" srcId="{20FCA0F9-B653-0C42-8734-8866C997C923}" destId="{125918BA-9DC8-E84D-B749-46ED8064DFD9}" srcOrd="16" destOrd="0" presId="urn:microsoft.com/office/officeart/2005/8/layout/process1"/>
    <dgm:cxn modelId="{4935BDA8-D280-9F49-B167-D8D2D4F8F729}" type="presParOf" srcId="{20FCA0F9-B653-0C42-8734-8866C997C923}" destId="{A98D83A2-B308-A54B-8E39-01D10259AF8D}" srcOrd="17" destOrd="0" presId="urn:microsoft.com/office/officeart/2005/8/layout/process1"/>
    <dgm:cxn modelId="{78CA4177-C37D-6C42-92E0-3D27425E0CDE}" type="presParOf" srcId="{A98D83A2-B308-A54B-8E39-01D10259AF8D}" destId="{F95B8E79-4304-5C40-B9FC-B0ECB484DFCC}" srcOrd="0" destOrd="0" presId="urn:microsoft.com/office/officeart/2005/8/layout/process1"/>
    <dgm:cxn modelId="{EB7B6509-62EC-E243-B0BA-2B2D063512A2}" type="presParOf" srcId="{20FCA0F9-B653-0C42-8734-8866C997C923}" destId="{222E1E1F-B159-A647-973C-D2DD98223FCE}" srcOrd="1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9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97DF425-6B13-6640-B800-B750F80E2085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B9C984-76F4-7645-B7CC-991577DDCB1D}">
      <dgm:prSet/>
      <dgm:spPr/>
      <dgm:t>
        <a:bodyPr/>
        <a:lstStyle/>
        <a:p>
          <a:r>
            <a:rPr lang="en-US" b="0" i="0"/>
            <a:t>M </a:t>
          </a:r>
          <a:endParaRPr lang="en-US"/>
        </a:p>
      </dgm:t>
    </dgm:pt>
    <dgm:pt modelId="{3A655679-6137-C641-AA88-E345890DB872}" type="parTrans" cxnId="{18141095-D5C9-474F-A8F0-2B78C37832BD}">
      <dgm:prSet/>
      <dgm:spPr/>
      <dgm:t>
        <a:bodyPr/>
        <a:lstStyle/>
        <a:p>
          <a:endParaRPr lang="en-US"/>
        </a:p>
      </dgm:t>
    </dgm:pt>
    <dgm:pt modelId="{B69E0CE2-975D-5444-84FE-4EF40EF22530}" type="sibTrans" cxnId="{18141095-D5C9-474F-A8F0-2B78C37832BD}">
      <dgm:prSet/>
      <dgm:spPr/>
      <dgm:t>
        <a:bodyPr/>
        <a:lstStyle/>
        <a:p>
          <a:endParaRPr lang="en-US"/>
        </a:p>
      </dgm:t>
    </dgm:pt>
    <dgm:pt modelId="{43638595-F57C-AD46-9E32-150FE7921A98}">
      <dgm:prSet/>
      <dgm:spPr/>
      <dgm:t>
        <a:bodyPr/>
        <a:lstStyle/>
        <a:p>
          <a:r>
            <a:rPr lang="en-US" b="0" i="0" dirty="0"/>
            <a:t>T </a:t>
          </a:r>
          <a:endParaRPr lang="en-US" dirty="0"/>
        </a:p>
      </dgm:t>
    </dgm:pt>
    <dgm:pt modelId="{D547EF98-401B-6745-853F-534166E74922}" type="parTrans" cxnId="{9F05BC9E-E9A8-6244-9DDB-9EB9708197E5}">
      <dgm:prSet/>
      <dgm:spPr/>
      <dgm:t>
        <a:bodyPr/>
        <a:lstStyle/>
        <a:p>
          <a:endParaRPr lang="en-US"/>
        </a:p>
      </dgm:t>
    </dgm:pt>
    <dgm:pt modelId="{C7895FD0-453A-FE4E-BB8C-F855997A2FC6}" type="sibTrans" cxnId="{9F05BC9E-E9A8-6244-9DDB-9EB9708197E5}">
      <dgm:prSet/>
      <dgm:spPr/>
      <dgm:t>
        <a:bodyPr/>
        <a:lstStyle/>
        <a:p>
          <a:endParaRPr lang="en-US"/>
        </a:p>
      </dgm:t>
    </dgm:pt>
    <dgm:pt modelId="{70367082-2DDD-3B4A-8F29-72508EC04D29}">
      <dgm:prSet/>
      <dgm:spPr/>
      <dgm:t>
        <a:bodyPr/>
        <a:lstStyle/>
        <a:p>
          <a:r>
            <a:rPr lang="en-US" b="0" i="0"/>
            <a:t>I </a:t>
          </a:r>
          <a:endParaRPr lang="en-US"/>
        </a:p>
      </dgm:t>
    </dgm:pt>
    <dgm:pt modelId="{3EB67638-9BB6-8F44-A892-DE41F0C9DD5E}" type="parTrans" cxnId="{2CCCBBAA-6A3E-CD43-8B02-B15D7B636291}">
      <dgm:prSet/>
      <dgm:spPr/>
      <dgm:t>
        <a:bodyPr/>
        <a:lstStyle/>
        <a:p>
          <a:endParaRPr lang="en-US"/>
        </a:p>
      </dgm:t>
    </dgm:pt>
    <dgm:pt modelId="{C8B7DA66-6600-0849-87B1-84EDD1B5FA05}" type="sibTrans" cxnId="{2CCCBBAA-6A3E-CD43-8B02-B15D7B636291}">
      <dgm:prSet/>
      <dgm:spPr/>
      <dgm:t>
        <a:bodyPr/>
        <a:lstStyle/>
        <a:p>
          <a:endParaRPr lang="en-US"/>
        </a:p>
      </dgm:t>
    </dgm:pt>
    <dgm:pt modelId="{64531633-71B4-0B42-9C29-EB980AF89393}">
      <dgm:prSet/>
      <dgm:spPr>
        <a:solidFill>
          <a:srgbClr val="FF2600"/>
        </a:solidFill>
      </dgm:spPr>
      <dgm:t>
        <a:bodyPr/>
        <a:lstStyle/>
        <a:p>
          <a:r>
            <a:rPr lang="en-US" b="0" i="0" dirty="0"/>
            <a:t>P </a:t>
          </a:r>
          <a:endParaRPr lang="en-US" dirty="0"/>
        </a:p>
      </dgm:t>
    </dgm:pt>
    <dgm:pt modelId="{91BE3431-DFE2-8F45-8874-F79ADDE53BB5}" type="parTrans" cxnId="{DE4ADB1E-AFBB-4D4C-A4EA-70DF3BC8A18C}">
      <dgm:prSet/>
      <dgm:spPr/>
      <dgm:t>
        <a:bodyPr/>
        <a:lstStyle/>
        <a:p>
          <a:endParaRPr lang="en-US"/>
        </a:p>
      </dgm:t>
    </dgm:pt>
    <dgm:pt modelId="{34490C9F-806E-834C-A5A7-4F7C1C74FBAC}" type="sibTrans" cxnId="{DE4ADB1E-AFBB-4D4C-A4EA-70DF3BC8A18C}">
      <dgm:prSet/>
      <dgm:spPr/>
      <dgm:t>
        <a:bodyPr/>
        <a:lstStyle/>
        <a:p>
          <a:endParaRPr lang="en-US"/>
        </a:p>
      </dgm:t>
    </dgm:pt>
    <dgm:pt modelId="{21EB565F-D364-FB44-B300-D096198161E6}">
      <dgm:prSet/>
      <dgm:spPr/>
      <dgm:t>
        <a:bodyPr/>
        <a:lstStyle/>
        <a:p>
          <a:r>
            <a:rPr lang="en-US" b="0" i="0" dirty="0"/>
            <a:t>F </a:t>
          </a:r>
          <a:endParaRPr lang="en-US" dirty="0"/>
        </a:p>
      </dgm:t>
    </dgm:pt>
    <dgm:pt modelId="{93F6552D-4F4A-B24E-8B6C-E03361E4FD92}" type="parTrans" cxnId="{89A833FB-BD92-7C44-A64B-39E3E9D2C5AB}">
      <dgm:prSet/>
      <dgm:spPr/>
      <dgm:t>
        <a:bodyPr/>
        <a:lstStyle/>
        <a:p>
          <a:endParaRPr lang="en-US"/>
        </a:p>
      </dgm:t>
    </dgm:pt>
    <dgm:pt modelId="{882FA0A6-101B-7841-97A6-0877EBA08DA5}" type="sibTrans" cxnId="{89A833FB-BD92-7C44-A64B-39E3E9D2C5AB}">
      <dgm:prSet/>
      <dgm:spPr/>
      <dgm:t>
        <a:bodyPr/>
        <a:lstStyle/>
        <a:p>
          <a:endParaRPr lang="en-US"/>
        </a:p>
      </dgm:t>
    </dgm:pt>
    <dgm:pt modelId="{B5F0FD59-1763-B942-ACFE-00A1F9A3F385}">
      <dgm:prSet/>
      <dgm:spPr/>
      <dgm:t>
        <a:bodyPr/>
        <a:lstStyle/>
        <a:p>
          <a:r>
            <a:rPr lang="en-US" b="0" i="0"/>
            <a:t>L </a:t>
          </a:r>
          <a:endParaRPr lang="en-US"/>
        </a:p>
      </dgm:t>
    </dgm:pt>
    <dgm:pt modelId="{18C2CBFD-C0C7-FA48-BA21-EC4A2CCA09E8}" type="parTrans" cxnId="{792A3D52-E545-224B-AEA4-E1EC57ED1F23}">
      <dgm:prSet/>
      <dgm:spPr/>
      <dgm:t>
        <a:bodyPr/>
        <a:lstStyle/>
        <a:p>
          <a:endParaRPr lang="en-US"/>
        </a:p>
      </dgm:t>
    </dgm:pt>
    <dgm:pt modelId="{E0F2C1F0-18E3-F547-8339-D70F8570ACB1}" type="sibTrans" cxnId="{792A3D52-E545-224B-AEA4-E1EC57ED1F23}">
      <dgm:prSet/>
      <dgm:spPr/>
      <dgm:t>
        <a:bodyPr/>
        <a:lstStyle/>
        <a:p>
          <a:endParaRPr lang="en-US"/>
        </a:p>
      </dgm:t>
    </dgm:pt>
    <dgm:pt modelId="{6912FBA2-7544-A042-9AFF-5225140C9F8A}">
      <dgm:prSet/>
      <dgm:spPr/>
      <dgm:t>
        <a:bodyPr/>
        <a:lstStyle/>
        <a:p>
          <a:r>
            <a:rPr lang="en-US" b="0" i="0"/>
            <a:t>T </a:t>
          </a:r>
          <a:endParaRPr lang="en-US"/>
        </a:p>
      </dgm:t>
    </dgm:pt>
    <dgm:pt modelId="{56A43096-C870-304A-B897-3C13F8A4E690}" type="parTrans" cxnId="{E6053795-0CFF-184E-87DD-AEE3010B8F32}">
      <dgm:prSet/>
      <dgm:spPr/>
      <dgm:t>
        <a:bodyPr/>
        <a:lstStyle/>
        <a:p>
          <a:endParaRPr lang="en-US"/>
        </a:p>
      </dgm:t>
    </dgm:pt>
    <dgm:pt modelId="{DF265CCC-0AAD-C44E-828C-837EDA314E96}" type="sibTrans" cxnId="{E6053795-0CFF-184E-87DD-AEE3010B8F32}">
      <dgm:prSet/>
      <dgm:spPr/>
      <dgm:t>
        <a:bodyPr/>
        <a:lstStyle/>
        <a:p>
          <a:endParaRPr lang="en-US"/>
        </a:p>
      </dgm:t>
    </dgm:pt>
    <dgm:pt modelId="{3DF8B025-407B-C24B-B396-D8C66CD575EA}">
      <dgm:prSet/>
      <dgm:spPr/>
      <dgm:t>
        <a:bodyPr/>
        <a:lstStyle/>
        <a:p>
          <a:r>
            <a:rPr lang="en-US" b="0" i="0" dirty="0"/>
            <a:t>W </a:t>
          </a:r>
          <a:endParaRPr lang="en-US" dirty="0"/>
        </a:p>
      </dgm:t>
    </dgm:pt>
    <dgm:pt modelId="{7A94E9A2-70AA-5B43-AD22-96125E2EC8E4}" type="parTrans" cxnId="{49A46ABF-EEC9-CA43-9D66-6270ABA3DC09}">
      <dgm:prSet/>
      <dgm:spPr/>
      <dgm:t>
        <a:bodyPr/>
        <a:lstStyle/>
        <a:p>
          <a:endParaRPr lang="en-US"/>
        </a:p>
      </dgm:t>
    </dgm:pt>
    <dgm:pt modelId="{C7760B3A-DE4A-5845-BC6A-2CD03894C3C8}" type="sibTrans" cxnId="{49A46ABF-EEC9-CA43-9D66-6270ABA3DC09}">
      <dgm:prSet/>
      <dgm:spPr/>
      <dgm:t>
        <a:bodyPr/>
        <a:lstStyle/>
        <a:p>
          <a:endParaRPr lang="en-US"/>
        </a:p>
      </dgm:t>
    </dgm:pt>
    <dgm:pt modelId="{F201BA46-352E-6443-AB4E-6BFE9ED6AFB4}">
      <dgm:prSet/>
      <dgm:spPr/>
      <dgm:t>
        <a:bodyPr/>
        <a:lstStyle/>
        <a:p>
          <a:r>
            <a:rPr lang="en-US" b="0" i="0"/>
            <a:t>V </a:t>
          </a:r>
          <a:endParaRPr lang="en-US"/>
        </a:p>
      </dgm:t>
    </dgm:pt>
    <dgm:pt modelId="{EBBE650C-A975-EA44-844A-D423C7D0459C}" type="parTrans" cxnId="{AFB3F0B2-C7E7-F446-A442-C6B89C20BE0E}">
      <dgm:prSet/>
      <dgm:spPr/>
      <dgm:t>
        <a:bodyPr/>
        <a:lstStyle/>
        <a:p>
          <a:endParaRPr lang="en-US"/>
        </a:p>
      </dgm:t>
    </dgm:pt>
    <dgm:pt modelId="{A939B388-7B1B-1C43-ADD0-5814886B821B}" type="sibTrans" cxnId="{AFB3F0B2-C7E7-F446-A442-C6B89C20BE0E}">
      <dgm:prSet/>
      <dgm:spPr/>
      <dgm:t>
        <a:bodyPr/>
        <a:lstStyle/>
        <a:p>
          <a:endParaRPr lang="en-US"/>
        </a:p>
      </dgm:t>
    </dgm:pt>
    <dgm:pt modelId="{86B13C19-6D3F-DD4C-BFC7-1F3B4557B8BA}">
      <dgm:prSet/>
      <dgm:spPr/>
      <dgm:t>
        <a:bodyPr/>
        <a:lstStyle/>
        <a:p>
          <a:r>
            <a:rPr lang="en-US" b="0" i="0" dirty="0"/>
            <a:t>I</a:t>
          </a:r>
          <a:endParaRPr lang="en-US" dirty="0"/>
        </a:p>
      </dgm:t>
    </dgm:pt>
    <dgm:pt modelId="{2EE94C37-5626-E144-9C22-028E7EDDABAE}" type="parTrans" cxnId="{4458DCE5-60AB-CF46-A160-E053EAB1F5B8}">
      <dgm:prSet/>
      <dgm:spPr/>
      <dgm:t>
        <a:bodyPr/>
        <a:lstStyle/>
        <a:p>
          <a:endParaRPr lang="en-US"/>
        </a:p>
      </dgm:t>
    </dgm:pt>
    <dgm:pt modelId="{7119C7F9-07E4-B34B-894F-2893A5B096C7}" type="sibTrans" cxnId="{4458DCE5-60AB-CF46-A160-E053EAB1F5B8}">
      <dgm:prSet/>
      <dgm:spPr/>
      <dgm:t>
        <a:bodyPr/>
        <a:lstStyle/>
        <a:p>
          <a:endParaRPr lang="en-US"/>
        </a:p>
      </dgm:t>
    </dgm:pt>
    <dgm:pt modelId="{20FCA0F9-B653-0C42-8734-8866C997C923}" type="pres">
      <dgm:prSet presAssocID="{697DF425-6B13-6640-B800-B750F80E2085}" presName="Name0" presStyleCnt="0">
        <dgm:presLayoutVars>
          <dgm:dir/>
          <dgm:resizeHandles val="exact"/>
        </dgm:presLayoutVars>
      </dgm:prSet>
      <dgm:spPr/>
    </dgm:pt>
    <dgm:pt modelId="{F96853F2-2DBB-E945-B930-BF8588310D2F}" type="pres">
      <dgm:prSet presAssocID="{2AB9C984-76F4-7645-B7CC-991577DDCB1D}" presName="node" presStyleLbl="node1" presStyleIdx="0" presStyleCnt="10">
        <dgm:presLayoutVars>
          <dgm:bulletEnabled val="1"/>
        </dgm:presLayoutVars>
      </dgm:prSet>
      <dgm:spPr/>
    </dgm:pt>
    <dgm:pt modelId="{C22761B4-1C44-4449-A6D8-866847BDFCDF}" type="pres">
      <dgm:prSet presAssocID="{B69E0CE2-975D-5444-84FE-4EF40EF22530}" presName="sibTrans" presStyleLbl="sibTrans2D1" presStyleIdx="0" presStyleCnt="9"/>
      <dgm:spPr/>
    </dgm:pt>
    <dgm:pt modelId="{000636B1-BF40-E649-A56E-62BF0A681F10}" type="pres">
      <dgm:prSet presAssocID="{B69E0CE2-975D-5444-84FE-4EF40EF22530}" presName="connectorText" presStyleLbl="sibTrans2D1" presStyleIdx="0" presStyleCnt="9"/>
      <dgm:spPr/>
    </dgm:pt>
    <dgm:pt modelId="{D0D43028-4BAF-074F-8E0B-7D6AE4122159}" type="pres">
      <dgm:prSet presAssocID="{43638595-F57C-AD46-9E32-150FE7921A98}" presName="node" presStyleLbl="node1" presStyleIdx="1" presStyleCnt="10">
        <dgm:presLayoutVars>
          <dgm:bulletEnabled val="1"/>
        </dgm:presLayoutVars>
      </dgm:prSet>
      <dgm:spPr/>
    </dgm:pt>
    <dgm:pt modelId="{749B2683-861D-EE44-985F-5A46D5429BF6}" type="pres">
      <dgm:prSet presAssocID="{C7895FD0-453A-FE4E-BB8C-F855997A2FC6}" presName="sibTrans" presStyleLbl="sibTrans2D1" presStyleIdx="1" presStyleCnt="9"/>
      <dgm:spPr/>
    </dgm:pt>
    <dgm:pt modelId="{53861DB6-61C6-7D4B-B490-450D5212D061}" type="pres">
      <dgm:prSet presAssocID="{C7895FD0-453A-FE4E-BB8C-F855997A2FC6}" presName="connectorText" presStyleLbl="sibTrans2D1" presStyleIdx="1" presStyleCnt="9"/>
      <dgm:spPr/>
    </dgm:pt>
    <dgm:pt modelId="{7BA062EB-07A5-8440-8C31-F20916CA8BCC}" type="pres">
      <dgm:prSet presAssocID="{70367082-2DDD-3B4A-8F29-72508EC04D29}" presName="node" presStyleLbl="node1" presStyleIdx="2" presStyleCnt="10">
        <dgm:presLayoutVars>
          <dgm:bulletEnabled val="1"/>
        </dgm:presLayoutVars>
      </dgm:prSet>
      <dgm:spPr/>
    </dgm:pt>
    <dgm:pt modelId="{2B6CD454-0B2D-BA47-A48A-3CC04817E675}" type="pres">
      <dgm:prSet presAssocID="{C8B7DA66-6600-0849-87B1-84EDD1B5FA05}" presName="sibTrans" presStyleLbl="sibTrans2D1" presStyleIdx="2" presStyleCnt="9"/>
      <dgm:spPr/>
    </dgm:pt>
    <dgm:pt modelId="{AA83125F-47D1-9642-8DB8-C8BEBBC3EF87}" type="pres">
      <dgm:prSet presAssocID="{C8B7DA66-6600-0849-87B1-84EDD1B5FA05}" presName="connectorText" presStyleLbl="sibTrans2D1" presStyleIdx="2" presStyleCnt="9"/>
      <dgm:spPr/>
    </dgm:pt>
    <dgm:pt modelId="{6BE9B592-79C6-0547-8AA4-F7C336C119F6}" type="pres">
      <dgm:prSet presAssocID="{64531633-71B4-0B42-9C29-EB980AF89393}" presName="node" presStyleLbl="node1" presStyleIdx="3" presStyleCnt="10">
        <dgm:presLayoutVars>
          <dgm:bulletEnabled val="1"/>
        </dgm:presLayoutVars>
      </dgm:prSet>
      <dgm:spPr/>
    </dgm:pt>
    <dgm:pt modelId="{1F504BC7-40A9-0541-99B7-3A79B1DC28D2}" type="pres">
      <dgm:prSet presAssocID="{34490C9F-806E-834C-A5A7-4F7C1C74FBAC}" presName="sibTrans" presStyleLbl="sibTrans2D1" presStyleIdx="3" presStyleCnt="9"/>
      <dgm:spPr/>
    </dgm:pt>
    <dgm:pt modelId="{146BE36E-949A-2F43-A83A-9BB2A9B0F919}" type="pres">
      <dgm:prSet presAssocID="{34490C9F-806E-834C-A5A7-4F7C1C74FBAC}" presName="connectorText" presStyleLbl="sibTrans2D1" presStyleIdx="3" presStyleCnt="9"/>
      <dgm:spPr/>
    </dgm:pt>
    <dgm:pt modelId="{F7F5B38E-230F-0B4F-8127-F89C1548E17B}" type="pres">
      <dgm:prSet presAssocID="{21EB565F-D364-FB44-B300-D096198161E6}" presName="node" presStyleLbl="node1" presStyleIdx="4" presStyleCnt="10">
        <dgm:presLayoutVars>
          <dgm:bulletEnabled val="1"/>
        </dgm:presLayoutVars>
      </dgm:prSet>
      <dgm:spPr/>
    </dgm:pt>
    <dgm:pt modelId="{C7168476-B74E-A94E-91BB-549ABAA75013}" type="pres">
      <dgm:prSet presAssocID="{882FA0A6-101B-7841-97A6-0877EBA08DA5}" presName="sibTrans" presStyleLbl="sibTrans2D1" presStyleIdx="4" presStyleCnt="9"/>
      <dgm:spPr/>
    </dgm:pt>
    <dgm:pt modelId="{3171EF7F-48C6-3749-B6D0-972C639F525E}" type="pres">
      <dgm:prSet presAssocID="{882FA0A6-101B-7841-97A6-0877EBA08DA5}" presName="connectorText" presStyleLbl="sibTrans2D1" presStyleIdx="4" presStyleCnt="9"/>
      <dgm:spPr/>
    </dgm:pt>
    <dgm:pt modelId="{305B4119-BED5-F648-ACB5-E4BA201833E6}" type="pres">
      <dgm:prSet presAssocID="{B5F0FD59-1763-B942-ACFE-00A1F9A3F385}" presName="node" presStyleLbl="node1" presStyleIdx="5" presStyleCnt="10">
        <dgm:presLayoutVars>
          <dgm:bulletEnabled val="1"/>
        </dgm:presLayoutVars>
      </dgm:prSet>
      <dgm:spPr/>
    </dgm:pt>
    <dgm:pt modelId="{08DCC042-B5F0-704E-AF24-8D3F930182E5}" type="pres">
      <dgm:prSet presAssocID="{E0F2C1F0-18E3-F547-8339-D70F8570ACB1}" presName="sibTrans" presStyleLbl="sibTrans2D1" presStyleIdx="5" presStyleCnt="9"/>
      <dgm:spPr/>
    </dgm:pt>
    <dgm:pt modelId="{13B7DA26-3947-5E46-B076-DFD59D7CC737}" type="pres">
      <dgm:prSet presAssocID="{E0F2C1F0-18E3-F547-8339-D70F8570ACB1}" presName="connectorText" presStyleLbl="sibTrans2D1" presStyleIdx="5" presStyleCnt="9"/>
      <dgm:spPr/>
    </dgm:pt>
    <dgm:pt modelId="{D450794D-92CF-F449-AD02-66748DD30C7D}" type="pres">
      <dgm:prSet presAssocID="{6912FBA2-7544-A042-9AFF-5225140C9F8A}" presName="node" presStyleLbl="node1" presStyleIdx="6" presStyleCnt="10">
        <dgm:presLayoutVars>
          <dgm:bulletEnabled val="1"/>
        </dgm:presLayoutVars>
      </dgm:prSet>
      <dgm:spPr/>
    </dgm:pt>
    <dgm:pt modelId="{84FF452D-9B71-234F-92AB-2B4E0C1EE72E}" type="pres">
      <dgm:prSet presAssocID="{DF265CCC-0AAD-C44E-828C-837EDA314E96}" presName="sibTrans" presStyleLbl="sibTrans2D1" presStyleIdx="6" presStyleCnt="9"/>
      <dgm:spPr/>
    </dgm:pt>
    <dgm:pt modelId="{ADFA25D5-A68B-284C-9431-9C59CC516DD1}" type="pres">
      <dgm:prSet presAssocID="{DF265CCC-0AAD-C44E-828C-837EDA314E96}" presName="connectorText" presStyleLbl="sibTrans2D1" presStyleIdx="6" presStyleCnt="9"/>
      <dgm:spPr/>
    </dgm:pt>
    <dgm:pt modelId="{760E580F-6BC5-054E-A496-6B1E6D06618C}" type="pres">
      <dgm:prSet presAssocID="{3DF8B025-407B-C24B-B396-D8C66CD575EA}" presName="node" presStyleLbl="node1" presStyleIdx="7" presStyleCnt="10">
        <dgm:presLayoutVars>
          <dgm:bulletEnabled val="1"/>
        </dgm:presLayoutVars>
      </dgm:prSet>
      <dgm:spPr/>
    </dgm:pt>
    <dgm:pt modelId="{5C74FB61-9A93-354A-85D0-8726AABF5385}" type="pres">
      <dgm:prSet presAssocID="{C7760B3A-DE4A-5845-BC6A-2CD03894C3C8}" presName="sibTrans" presStyleLbl="sibTrans2D1" presStyleIdx="7" presStyleCnt="9"/>
      <dgm:spPr/>
    </dgm:pt>
    <dgm:pt modelId="{EAB7361F-BD60-9F4F-8CEB-8835C020A4E4}" type="pres">
      <dgm:prSet presAssocID="{C7760B3A-DE4A-5845-BC6A-2CD03894C3C8}" presName="connectorText" presStyleLbl="sibTrans2D1" presStyleIdx="7" presStyleCnt="9"/>
      <dgm:spPr/>
    </dgm:pt>
    <dgm:pt modelId="{125918BA-9DC8-E84D-B749-46ED8064DFD9}" type="pres">
      <dgm:prSet presAssocID="{F201BA46-352E-6443-AB4E-6BFE9ED6AFB4}" presName="node" presStyleLbl="node1" presStyleIdx="8" presStyleCnt="10">
        <dgm:presLayoutVars>
          <dgm:bulletEnabled val="1"/>
        </dgm:presLayoutVars>
      </dgm:prSet>
      <dgm:spPr/>
    </dgm:pt>
    <dgm:pt modelId="{A98D83A2-B308-A54B-8E39-01D10259AF8D}" type="pres">
      <dgm:prSet presAssocID="{A939B388-7B1B-1C43-ADD0-5814886B821B}" presName="sibTrans" presStyleLbl="sibTrans2D1" presStyleIdx="8" presStyleCnt="9"/>
      <dgm:spPr/>
    </dgm:pt>
    <dgm:pt modelId="{F95B8E79-4304-5C40-B9FC-B0ECB484DFCC}" type="pres">
      <dgm:prSet presAssocID="{A939B388-7B1B-1C43-ADD0-5814886B821B}" presName="connectorText" presStyleLbl="sibTrans2D1" presStyleIdx="8" presStyleCnt="9"/>
      <dgm:spPr/>
    </dgm:pt>
    <dgm:pt modelId="{222E1E1F-B159-A647-973C-D2DD98223FCE}" type="pres">
      <dgm:prSet presAssocID="{86B13C19-6D3F-DD4C-BFC7-1F3B4557B8BA}" presName="node" presStyleLbl="node1" presStyleIdx="9" presStyleCnt="10">
        <dgm:presLayoutVars>
          <dgm:bulletEnabled val="1"/>
        </dgm:presLayoutVars>
      </dgm:prSet>
      <dgm:spPr/>
    </dgm:pt>
  </dgm:ptLst>
  <dgm:cxnLst>
    <dgm:cxn modelId="{15E5980E-387F-FB48-A089-36D28633E984}" type="presOf" srcId="{697DF425-6B13-6640-B800-B750F80E2085}" destId="{20FCA0F9-B653-0C42-8734-8866C997C923}" srcOrd="0" destOrd="0" presId="urn:microsoft.com/office/officeart/2005/8/layout/process1"/>
    <dgm:cxn modelId="{EA419F10-2AFF-AF47-ACCB-5F43B22D5E2A}" type="presOf" srcId="{34490C9F-806E-834C-A5A7-4F7C1C74FBAC}" destId="{146BE36E-949A-2F43-A83A-9BB2A9B0F919}" srcOrd="1" destOrd="0" presId="urn:microsoft.com/office/officeart/2005/8/layout/process1"/>
    <dgm:cxn modelId="{3D5D1C1C-8741-BB4D-86CC-BFA3DC9D12F2}" type="presOf" srcId="{C8B7DA66-6600-0849-87B1-84EDD1B5FA05}" destId="{AA83125F-47D1-9642-8DB8-C8BEBBC3EF87}" srcOrd="1" destOrd="0" presId="urn:microsoft.com/office/officeart/2005/8/layout/process1"/>
    <dgm:cxn modelId="{DE4ADB1E-AFBB-4D4C-A4EA-70DF3BC8A18C}" srcId="{697DF425-6B13-6640-B800-B750F80E2085}" destId="{64531633-71B4-0B42-9C29-EB980AF89393}" srcOrd="3" destOrd="0" parTransId="{91BE3431-DFE2-8F45-8874-F79ADDE53BB5}" sibTransId="{34490C9F-806E-834C-A5A7-4F7C1C74FBAC}"/>
    <dgm:cxn modelId="{D5B4B22D-FAF3-E94B-95F2-1B768F7A93AC}" type="presOf" srcId="{6912FBA2-7544-A042-9AFF-5225140C9F8A}" destId="{D450794D-92CF-F449-AD02-66748DD30C7D}" srcOrd="0" destOrd="0" presId="urn:microsoft.com/office/officeart/2005/8/layout/process1"/>
    <dgm:cxn modelId="{63E62C38-11B3-B74C-AC96-EE92A9AD0D9D}" type="presOf" srcId="{E0F2C1F0-18E3-F547-8339-D70F8570ACB1}" destId="{13B7DA26-3947-5E46-B076-DFD59D7CC737}" srcOrd="1" destOrd="0" presId="urn:microsoft.com/office/officeart/2005/8/layout/process1"/>
    <dgm:cxn modelId="{16193738-3410-E344-B37C-E079FA22897D}" type="presOf" srcId="{C7760B3A-DE4A-5845-BC6A-2CD03894C3C8}" destId="{5C74FB61-9A93-354A-85D0-8726AABF5385}" srcOrd="0" destOrd="0" presId="urn:microsoft.com/office/officeart/2005/8/layout/process1"/>
    <dgm:cxn modelId="{D6992B3C-508C-2349-A3A7-E8A86C2936CF}" type="presOf" srcId="{882FA0A6-101B-7841-97A6-0877EBA08DA5}" destId="{3171EF7F-48C6-3749-B6D0-972C639F525E}" srcOrd="1" destOrd="0" presId="urn:microsoft.com/office/officeart/2005/8/layout/process1"/>
    <dgm:cxn modelId="{25BB2C4F-339D-6F4A-B99E-02B8B9350DC1}" type="presOf" srcId="{64531633-71B4-0B42-9C29-EB980AF89393}" destId="{6BE9B592-79C6-0547-8AA4-F7C336C119F6}" srcOrd="0" destOrd="0" presId="urn:microsoft.com/office/officeart/2005/8/layout/process1"/>
    <dgm:cxn modelId="{792A3D52-E545-224B-AEA4-E1EC57ED1F23}" srcId="{697DF425-6B13-6640-B800-B750F80E2085}" destId="{B5F0FD59-1763-B942-ACFE-00A1F9A3F385}" srcOrd="5" destOrd="0" parTransId="{18C2CBFD-C0C7-FA48-BA21-EC4A2CCA09E8}" sibTransId="{E0F2C1F0-18E3-F547-8339-D70F8570ACB1}"/>
    <dgm:cxn modelId="{9716F852-199A-6240-B048-633F6B7AE770}" type="presOf" srcId="{C7760B3A-DE4A-5845-BC6A-2CD03894C3C8}" destId="{EAB7361F-BD60-9F4F-8CEB-8835C020A4E4}" srcOrd="1" destOrd="0" presId="urn:microsoft.com/office/officeart/2005/8/layout/process1"/>
    <dgm:cxn modelId="{1C429857-7C44-7A4A-94DE-081A33D9B3E2}" type="presOf" srcId="{C7895FD0-453A-FE4E-BB8C-F855997A2FC6}" destId="{53861DB6-61C6-7D4B-B490-450D5212D061}" srcOrd="1" destOrd="0" presId="urn:microsoft.com/office/officeart/2005/8/layout/process1"/>
    <dgm:cxn modelId="{01A65158-53DF-1A45-AB84-EC138B78891F}" type="presOf" srcId="{F201BA46-352E-6443-AB4E-6BFE9ED6AFB4}" destId="{125918BA-9DC8-E84D-B749-46ED8064DFD9}" srcOrd="0" destOrd="0" presId="urn:microsoft.com/office/officeart/2005/8/layout/process1"/>
    <dgm:cxn modelId="{E2F96F5B-E85B-8F4C-9AB8-8F3730F0E419}" type="presOf" srcId="{B5F0FD59-1763-B942-ACFE-00A1F9A3F385}" destId="{305B4119-BED5-F648-ACB5-E4BA201833E6}" srcOrd="0" destOrd="0" presId="urn:microsoft.com/office/officeart/2005/8/layout/process1"/>
    <dgm:cxn modelId="{CDF0DE5C-B4BD-EF4D-87C7-BDE5E1EDC8C4}" type="presOf" srcId="{34490C9F-806E-834C-A5A7-4F7C1C74FBAC}" destId="{1F504BC7-40A9-0541-99B7-3A79B1DC28D2}" srcOrd="0" destOrd="0" presId="urn:microsoft.com/office/officeart/2005/8/layout/process1"/>
    <dgm:cxn modelId="{A28D976A-CEBF-6546-8995-0102661A4FA6}" type="presOf" srcId="{B69E0CE2-975D-5444-84FE-4EF40EF22530}" destId="{C22761B4-1C44-4449-A6D8-866847BDFCDF}" srcOrd="0" destOrd="0" presId="urn:microsoft.com/office/officeart/2005/8/layout/process1"/>
    <dgm:cxn modelId="{55CC5B7A-45BD-EE4F-867F-F05540BCD468}" type="presOf" srcId="{C8B7DA66-6600-0849-87B1-84EDD1B5FA05}" destId="{2B6CD454-0B2D-BA47-A48A-3CC04817E675}" srcOrd="0" destOrd="0" presId="urn:microsoft.com/office/officeart/2005/8/layout/process1"/>
    <dgm:cxn modelId="{2FE0D97C-D001-9148-BF4B-38EF5976CAB6}" type="presOf" srcId="{2AB9C984-76F4-7645-B7CC-991577DDCB1D}" destId="{F96853F2-2DBB-E945-B930-BF8588310D2F}" srcOrd="0" destOrd="0" presId="urn:microsoft.com/office/officeart/2005/8/layout/process1"/>
    <dgm:cxn modelId="{0B0AED7C-06F9-2D41-94B3-D208ACB49E1A}" type="presOf" srcId="{A939B388-7B1B-1C43-ADD0-5814886B821B}" destId="{A98D83A2-B308-A54B-8E39-01D10259AF8D}" srcOrd="0" destOrd="0" presId="urn:microsoft.com/office/officeart/2005/8/layout/process1"/>
    <dgm:cxn modelId="{18141095-D5C9-474F-A8F0-2B78C37832BD}" srcId="{697DF425-6B13-6640-B800-B750F80E2085}" destId="{2AB9C984-76F4-7645-B7CC-991577DDCB1D}" srcOrd="0" destOrd="0" parTransId="{3A655679-6137-C641-AA88-E345890DB872}" sibTransId="{B69E0CE2-975D-5444-84FE-4EF40EF22530}"/>
    <dgm:cxn modelId="{E6053795-0CFF-184E-87DD-AEE3010B8F32}" srcId="{697DF425-6B13-6640-B800-B750F80E2085}" destId="{6912FBA2-7544-A042-9AFF-5225140C9F8A}" srcOrd="6" destOrd="0" parTransId="{56A43096-C870-304A-B897-3C13F8A4E690}" sibTransId="{DF265CCC-0AAD-C44E-828C-837EDA314E96}"/>
    <dgm:cxn modelId="{515C7E99-C1F3-BC47-951B-734C65AFB1B9}" type="presOf" srcId="{43638595-F57C-AD46-9E32-150FE7921A98}" destId="{D0D43028-4BAF-074F-8E0B-7D6AE4122159}" srcOrd="0" destOrd="0" presId="urn:microsoft.com/office/officeart/2005/8/layout/process1"/>
    <dgm:cxn modelId="{DCADED9C-7B2A-C744-97EF-4F007D556A8E}" type="presOf" srcId="{86B13C19-6D3F-DD4C-BFC7-1F3B4557B8BA}" destId="{222E1E1F-B159-A647-973C-D2DD98223FCE}" srcOrd="0" destOrd="0" presId="urn:microsoft.com/office/officeart/2005/8/layout/process1"/>
    <dgm:cxn modelId="{C595159D-99DD-334F-85F8-9F8B7C3281E5}" type="presOf" srcId="{E0F2C1F0-18E3-F547-8339-D70F8570ACB1}" destId="{08DCC042-B5F0-704E-AF24-8D3F930182E5}" srcOrd="0" destOrd="0" presId="urn:microsoft.com/office/officeart/2005/8/layout/process1"/>
    <dgm:cxn modelId="{9F05BC9E-E9A8-6244-9DDB-9EB9708197E5}" srcId="{697DF425-6B13-6640-B800-B750F80E2085}" destId="{43638595-F57C-AD46-9E32-150FE7921A98}" srcOrd="1" destOrd="0" parTransId="{D547EF98-401B-6745-853F-534166E74922}" sibTransId="{C7895FD0-453A-FE4E-BB8C-F855997A2FC6}"/>
    <dgm:cxn modelId="{2A3B1AA0-0998-CA49-B222-920529BEB87B}" type="presOf" srcId="{882FA0A6-101B-7841-97A6-0877EBA08DA5}" destId="{C7168476-B74E-A94E-91BB-549ABAA75013}" srcOrd="0" destOrd="0" presId="urn:microsoft.com/office/officeart/2005/8/layout/process1"/>
    <dgm:cxn modelId="{2CCCBBAA-6A3E-CD43-8B02-B15D7B636291}" srcId="{697DF425-6B13-6640-B800-B750F80E2085}" destId="{70367082-2DDD-3B4A-8F29-72508EC04D29}" srcOrd="2" destOrd="0" parTransId="{3EB67638-9BB6-8F44-A892-DE41F0C9DD5E}" sibTransId="{C8B7DA66-6600-0849-87B1-84EDD1B5FA05}"/>
    <dgm:cxn modelId="{AFB3F0B2-C7E7-F446-A442-C6B89C20BE0E}" srcId="{697DF425-6B13-6640-B800-B750F80E2085}" destId="{F201BA46-352E-6443-AB4E-6BFE9ED6AFB4}" srcOrd="8" destOrd="0" parTransId="{EBBE650C-A975-EA44-844A-D423C7D0459C}" sibTransId="{A939B388-7B1B-1C43-ADD0-5814886B821B}"/>
    <dgm:cxn modelId="{2F7B06B6-4BA0-EB4D-A7DC-B7A841866AE6}" type="presOf" srcId="{3DF8B025-407B-C24B-B396-D8C66CD575EA}" destId="{760E580F-6BC5-054E-A496-6B1E6D06618C}" srcOrd="0" destOrd="0" presId="urn:microsoft.com/office/officeart/2005/8/layout/process1"/>
    <dgm:cxn modelId="{1CB24EBE-335B-0641-9A69-A953EA1F280C}" type="presOf" srcId="{DF265CCC-0AAD-C44E-828C-837EDA314E96}" destId="{84FF452D-9B71-234F-92AB-2B4E0C1EE72E}" srcOrd="0" destOrd="0" presId="urn:microsoft.com/office/officeart/2005/8/layout/process1"/>
    <dgm:cxn modelId="{B07B05BF-9FF1-EB48-9820-F91D03CF6012}" type="presOf" srcId="{DF265CCC-0AAD-C44E-828C-837EDA314E96}" destId="{ADFA25D5-A68B-284C-9431-9C59CC516DD1}" srcOrd="1" destOrd="0" presId="urn:microsoft.com/office/officeart/2005/8/layout/process1"/>
    <dgm:cxn modelId="{49A46ABF-EEC9-CA43-9D66-6270ABA3DC09}" srcId="{697DF425-6B13-6640-B800-B750F80E2085}" destId="{3DF8B025-407B-C24B-B396-D8C66CD575EA}" srcOrd="7" destOrd="0" parTransId="{7A94E9A2-70AA-5B43-AD22-96125E2EC8E4}" sibTransId="{C7760B3A-DE4A-5845-BC6A-2CD03894C3C8}"/>
    <dgm:cxn modelId="{87B999C3-C805-7147-ABA2-3A9C89535FF4}" type="presOf" srcId="{C7895FD0-453A-FE4E-BB8C-F855997A2FC6}" destId="{749B2683-861D-EE44-985F-5A46D5429BF6}" srcOrd="0" destOrd="0" presId="urn:microsoft.com/office/officeart/2005/8/layout/process1"/>
    <dgm:cxn modelId="{381FABE2-930B-D344-A1E1-133B1ED302A8}" type="presOf" srcId="{21EB565F-D364-FB44-B300-D096198161E6}" destId="{F7F5B38E-230F-0B4F-8127-F89C1548E17B}" srcOrd="0" destOrd="0" presId="urn:microsoft.com/office/officeart/2005/8/layout/process1"/>
    <dgm:cxn modelId="{4458DCE5-60AB-CF46-A160-E053EAB1F5B8}" srcId="{697DF425-6B13-6640-B800-B750F80E2085}" destId="{86B13C19-6D3F-DD4C-BFC7-1F3B4557B8BA}" srcOrd="9" destOrd="0" parTransId="{2EE94C37-5626-E144-9C22-028E7EDDABAE}" sibTransId="{7119C7F9-07E4-B34B-894F-2893A5B096C7}"/>
    <dgm:cxn modelId="{FB9B9DF3-D5D2-9A4A-B095-69FD14F2C8EE}" type="presOf" srcId="{70367082-2DDD-3B4A-8F29-72508EC04D29}" destId="{7BA062EB-07A5-8440-8C31-F20916CA8BCC}" srcOrd="0" destOrd="0" presId="urn:microsoft.com/office/officeart/2005/8/layout/process1"/>
    <dgm:cxn modelId="{F2E672F5-5BBB-A247-93CB-7A438EFB9726}" type="presOf" srcId="{B69E0CE2-975D-5444-84FE-4EF40EF22530}" destId="{000636B1-BF40-E649-A56E-62BF0A681F10}" srcOrd="1" destOrd="0" presId="urn:microsoft.com/office/officeart/2005/8/layout/process1"/>
    <dgm:cxn modelId="{89A833FB-BD92-7C44-A64B-39E3E9D2C5AB}" srcId="{697DF425-6B13-6640-B800-B750F80E2085}" destId="{21EB565F-D364-FB44-B300-D096198161E6}" srcOrd="4" destOrd="0" parTransId="{93F6552D-4F4A-B24E-8B6C-E03361E4FD92}" sibTransId="{882FA0A6-101B-7841-97A6-0877EBA08DA5}"/>
    <dgm:cxn modelId="{12D444FC-182C-854F-824D-BD33D88C3CF0}" type="presOf" srcId="{A939B388-7B1B-1C43-ADD0-5814886B821B}" destId="{F95B8E79-4304-5C40-B9FC-B0ECB484DFCC}" srcOrd="1" destOrd="0" presId="urn:microsoft.com/office/officeart/2005/8/layout/process1"/>
    <dgm:cxn modelId="{90FC0278-9526-7442-B323-B6A1E7011FE9}" type="presParOf" srcId="{20FCA0F9-B653-0C42-8734-8866C997C923}" destId="{F96853F2-2DBB-E945-B930-BF8588310D2F}" srcOrd="0" destOrd="0" presId="urn:microsoft.com/office/officeart/2005/8/layout/process1"/>
    <dgm:cxn modelId="{5B7992E0-231F-E54F-8D56-E3906869EAAA}" type="presParOf" srcId="{20FCA0F9-B653-0C42-8734-8866C997C923}" destId="{C22761B4-1C44-4449-A6D8-866847BDFCDF}" srcOrd="1" destOrd="0" presId="urn:microsoft.com/office/officeart/2005/8/layout/process1"/>
    <dgm:cxn modelId="{C5C89BED-99E0-114E-BC0A-11E4C8E349FD}" type="presParOf" srcId="{C22761B4-1C44-4449-A6D8-866847BDFCDF}" destId="{000636B1-BF40-E649-A56E-62BF0A681F10}" srcOrd="0" destOrd="0" presId="urn:microsoft.com/office/officeart/2005/8/layout/process1"/>
    <dgm:cxn modelId="{351CE0F5-6E30-0849-992D-67F3D179F425}" type="presParOf" srcId="{20FCA0F9-B653-0C42-8734-8866C997C923}" destId="{D0D43028-4BAF-074F-8E0B-7D6AE4122159}" srcOrd="2" destOrd="0" presId="urn:microsoft.com/office/officeart/2005/8/layout/process1"/>
    <dgm:cxn modelId="{727C3FAB-8A17-4646-BE2B-52A7C04D8129}" type="presParOf" srcId="{20FCA0F9-B653-0C42-8734-8866C997C923}" destId="{749B2683-861D-EE44-985F-5A46D5429BF6}" srcOrd="3" destOrd="0" presId="urn:microsoft.com/office/officeart/2005/8/layout/process1"/>
    <dgm:cxn modelId="{C7EE6A82-A2A9-BD40-B6A8-59F12DAE53D8}" type="presParOf" srcId="{749B2683-861D-EE44-985F-5A46D5429BF6}" destId="{53861DB6-61C6-7D4B-B490-450D5212D061}" srcOrd="0" destOrd="0" presId="urn:microsoft.com/office/officeart/2005/8/layout/process1"/>
    <dgm:cxn modelId="{745664A9-7883-3D43-9D03-A74F46B52055}" type="presParOf" srcId="{20FCA0F9-B653-0C42-8734-8866C997C923}" destId="{7BA062EB-07A5-8440-8C31-F20916CA8BCC}" srcOrd="4" destOrd="0" presId="urn:microsoft.com/office/officeart/2005/8/layout/process1"/>
    <dgm:cxn modelId="{2D47DD62-AFEA-3049-9553-3D36A93DF5BF}" type="presParOf" srcId="{20FCA0F9-B653-0C42-8734-8866C997C923}" destId="{2B6CD454-0B2D-BA47-A48A-3CC04817E675}" srcOrd="5" destOrd="0" presId="urn:microsoft.com/office/officeart/2005/8/layout/process1"/>
    <dgm:cxn modelId="{E6394FF2-D82D-AA40-9608-278DEA1D4E14}" type="presParOf" srcId="{2B6CD454-0B2D-BA47-A48A-3CC04817E675}" destId="{AA83125F-47D1-9642-8DB8-C8BEBBC3EF87}" srcOrd="0" destOrd="0" presId="urn:microsoft.com/office/officeart/2005/8/layout/process1"/>
    <dgm:cxn modelId="{7A3777CB-D095-2D40-B7C9-E80F21D1FE82}" type="presParOf" srcId="{20FCA0F9-B653-0C42-8734-8866C997C923}" destId="{6BE9B592-79C6-0547-8AA4-F7C336C119F6}" srcOrd="6" destOrd="0" presId="urn:microsoft.com/office/officeart/2005/8/layout/process1"/>
    <dgm:cxn modelId="{07826CF1-AF04-1A40-8D83-51A9F32915B7}" type="presParOf" srcId="{20FCA0F9-B653-0C42-8734-8866C997C923}" destId="{1F504BC7-40A9-0541-99B7-3A79B1DC28D2}" srcOrd="7" destOrd="0" presId="urn:microsoft.com/office/officeart/2005/8/layout/process1"/>
    <dgm:cxn modelId="{2F27184C-1315-4B44-8E77-EBB4DE15137B}" type="presParOf" srcId="{1F504BC7-40A9-0541-99B7-3A79B1DC28D2}" destId="{146BE36E-949A-2F43-A83A-9BB2A9B0F919}" srcOrd="0" destOrd="0" presId="urn:microsoft.com/office/officeart/2005/8/layout/process1"/>
    <dgm:cxn modelId="{11E20FD4-7FF0-2440-BFC0-49A23626AE9E}" type="presParOf" srcId="{20FCA0F9-B653-0C42-8734-8866C997C923}" destId="{F7F5B38E-230F-0B4F-8127-F89C1548E17B}" srcOrd="8" destOrd="0" presId="urn:microsoft.com/office/officeart/2005/8/layout/process1"/>
    <dgm:cxn modelId="{4C5FCCE1-F5ED-8442-8151-F31123D1D600}" type="presParOf" srcId="{20FCA0F9-B653-0C42-8734-8866C997C923}" destId="{C7168476-B74E-A94E-91BB-549ABAA75013}" srcOrd="9" destOrd="0" presId="urn:microsoft.com/office/officeart/2005/8/layout/process1"/>
    <dgm:cxn modelId="{B4647C6D-BF26-0444-A3B3-499FFF8D2D9E}" type="presParOf" srcId="{C7168476-B74E-A94E-91BB-549ABAA75013}" destId="{3171EF7F-48C6-3749-B6D0-972C639F525E}" srcOrd="0" destOrd="0" presId="urn:microsoft.com/office/officeart/2005/8/layout/process1"/>
    <dgm:cxn modelId="{B93D46A9-6A8E-F74C-BE06-B402E7D568FC}" type="presParOf" srcId="{20FCA0F9-B653-0C42-8734-8866C997C923}" destId="{305B4119-BED5-F648-ACB5-E4BA201833E6}" srcOrd="10" destOrd="0" presId="urn:microsoft.com/office/officeart/2005/8/layout/process1"/>
    <dgm:cxn modelId="{4CBF6579-C0DB-C646-B12B-29B104F286AF}" type="presParOf" srcId="{20FCA0F9-B653-0C42-8734-8866C997C923}" destId="{08DCC042-B5F0-704E-AF24-8D3F930182E5}" srcOrd="11" destOrd="0" presId="urn:microsoft.com/office/officeart/2005/8/layout/process1"/>
    <dgm:cxn modelId="{81B718F2-E4F1-134E-A7A5-69148BC2A646}" type="presParOf" srcId="{08DCC042-B5F0-704E-AF24-8D3F930182E5}" destId="{13B7DA26-3947-5E46-B076-DFD59D7CC737}" srcOrd="0" destOrd="0" presId="urn:microsoft.com/office/officeart/2005/8/layout/process1"/>
    <dgm:cxn modelId="{2F94A7B4-31F9-1441-AE40-D986983DEFB1}" type="presParOf" srcId="{20FCA0F9-B653-0C42-8734-8866C997C923}" destId="{D450794D-92CF-F449-AD02-66748DD30C7D}" srcOrd="12" destOrd="0" presId="urn:microsoft.com/office/officeart/2005/8/layout/process1"/>
    <dgm:cxn modelId="{CA004674-E1F9-BD43-A88E-E7459F78C23D}" type="presParOf" srcId="{20FCA0F9-B653-0C42-8734-8866C997C923}" destId="{84FF452D-9B71-234F-92AB-2B4E0C1EE72E}" srcOrd="13" destOrd="0" presId="urn:microsoft.com/office/officeart/2005/8/layout/process1"/>
    <dgm:cxn modelId="{C2897EB7-1FBB-BD48-BCDF-DC8CA8D520A3}" type="presParOf" srcId="{84FF452D-9B71-234F-92AB-2B4E0C1EE72E}" destId="{ADFA25D5-A68B-284C-9431-9C59CC516DD1}" srcOrd="0" destOrd="0" presId="urn:microsoft.com/office/officeart/2005/8/layout/process1"/>
    <dgm:cxn modelId="{FD5666C5-856C-EE4A-9FBC-E56EDFCED303}" type="presParOf" srcId="{20FCA0F9-B653-0C42-8734-8866C997C923}" destId="{760E580F-6BC5-054E-A496-6B1E6D06618C}" srcOrd="14" destOrd="0" presId="urn:microsoft.com/office/officeart/2005/8/layout/process1"/>
    <dgm:cxn modelId="{7CD7BB8D-4352-D147-B745-96B6E021784A}" type="presParOf" srcId="{20FCA0F9-B653-0C42-8734-8866C997C923}" destId="{5C74FB61-9A93-354A-85D0-8726AABF5385}" srcOrd="15" destOrd="0" presId="urn:microsoft.com/office/officeart/2005/8/layout/process1"/>
    <dgm:cxn modelId="{85F059C7-723F-E14C-81C4-238260123685}" type="presParOf" srcId="{5C74FB61-9A93-354A-85D0-8726AABF5385}" destId="{EAB7361F-BD60-9F4F-8CEB-8835C020A4E4}" srcOrd="0" destOrd="0" presId="urn:microsoft.com/office/officeart/2005/8/layout/process1"/>
    <dgm:cxn modelId="{BB8CDD29-A860-1644-A39D-CEAEF048F89A}" type="presParOf" srcId="{20FCA0F9-B653-0C42-8734-8866C997C923}" destId="{125918BA-9DC8-E84D-B749-46ED8064DFD9}" srcOrd="16" destOrd="0" presId="urn:microsoft.com/office/officeart/2005/8/layout/process1"/>
    <dgm:cxn modelId="{4935BDA8-D280-9F49-B167-D8D2D4F8F729}" type="presParOf" srcId="{20FCA0F9-B653-0C42-8734-8866C997C923}" destId="{A98D83A2-B308-A54B-8E39-01D10259AF8D}" srcOrd="17" destOrd="0" presId="urn:microsoft.com/office/officeart/2005/8/layout/process1"/>
    <dgm:cxn modelId="{78CA4177-C37D-6C42-92E0-3D27425E0CDE}" type="presParOf" srcId="{A98D83A2-B308-A54B-8E39-01D10259AF8D}" destId="{F95B8E79-4304-5C40-B9FC-B0ECB484DFCC}" srcOrd="0" destOrd="0" presId="urn:microsoft.com/office/officeart/2005/8/layout/process1"/>
    <dgm:cxn modelId="{EB7B6509-62EC-E243-B0BA-2B2D063512A2}" type="presParOf" srcId="{20FCA0F9-B653-0C42-8734-8866C997C923}" destId="{222E1E1F-B159-A647-973C-D2DD98223FCE}" srcOrd="1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34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97DF425-6B13-6640-B800-B750F80E2085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B9C984-76F4-7645-B7CC-991577DDCB1D}">
      <dgm:prSet/>
      <dgm:spPr/>
      <dgm:t>
        <a:bodyPr/>
        <a:lstStyle/>
        <a:p>
          <a:r>
            <a:rPr lang="en-US" b="0" i="0"/>
            <a:t>M </a:t>
          </a:r>
          <a:endParaRPr lang="en-US"/>
        </a:p>
      </dgm:t>
    </dgm:pt>
    <dgm:pt modelId="{3A655679-6137-C641-AA88-E345890DB872}" type="parTrans" cxnId="{18141095-D5C9-474F-A8F0-2B78C37832BD}">
      <dgm:prSet/>
      <dgm:spPr/>
      <dgm:t>
        <a:bodyPr/>
        <a:lstStyle/>
        <a:p>
          <a:endParaRPr lang="en-US"/>
        </a:p>
      </dgm:t>
    </dgm:pt>
    <dgm:pt modelId="{B69E0CE2-975D-5444-84FE-4EF40EF22530}" type="sibTrans" cxnId="{18141095-D5C9-474F-A8F0-2B78C37832BD}">
      <dgm:prSet/>
      <dgm:spPr/>
      <dgm:t>
        <a:bodyPr/>
        <a:lstStyle/>
        <a:p>
          <a:endParaRPr lang="en-US"/>
        </a:p>
      </dgm:t>
    </dgm:pt>
    <dgm:pt modelId="{43638595-F57C-AD46-9E32-150FE7921A98}">
      <dgm:prSet/>
      <dgm:spPr/>
      <dgm:t>
        <a:bodyPr/>
        <a:lstStyle/>
        <a:p>
          <a:r>
            <a:rPr lang="en-US" b="0" i="0" dirty="0"/>
            <a:t>T </a:t>
          </a:r>
          <a:endParaRPr lang="en-US" dirty="0"/>
        </a:p>
      </dgm:t>
    </dgm:pt>
    <dgm:pt modelId="{D547EF98-401B-6745-853F-534166E74922}" type="parTrans" cxnId="{9F05BC9E-E9A8-6244-9DDB-9EB9708197E5}">
      <dgm:prSet/>
      <dgm:spPr/>
      <dgm:t>
        <a:bodyPr/>
        <a:lstStyle/>
        <a:p>
          <a:endParaRPr lang="en-US"/>
        </a:p>
      </dgm:t>
    </dgm:pt>
    <dgm:pt modelId="{C7895FD0-453A-FE4E-BB8C-F855997A2FC6}" type="sibTrans" cxnId="{9F05BC9E-E9A8-6244-9DDB-9EB9708197E5}">
      <dgm:prSet/>
      <dgm:spPr/>
      <dgm:t>
        <a:bodyPr/>
        <a:lstStyle/>
        <a:p>
          <a:endParaRPr lang="en-US"/>
        </a:p>
      </dgm:t>
    </dgm:pt>
    <dgm:pt modelId="{70367082-2DDD-3B4A-8F29-72508EC04D29}">
      <dgm:prSet/>
      <dgm:spPr/>
      <dgm:t>
        <a:bodyPr/>
        <a:lstStyle/>
        <a:p>
          <a:r>
            <a:rPr lang="en-US" b="0" i="0" dirty="0"/>
            <a:t>I </a:t>
          </a:r>
          <a:endParaRPr lang="en-US" dirty="0"/>
        </a:p>
      </dgm:t>
    </dgm:pt>
    <dgm:pt modelId="{3EB67638-9BB6-8F44-A892-DE41F0C9DD5E}" type="parTrans" cxnId="{2CCCBBAA-6A3E-CD43-8B02-B15D7B636291}">
      <dgm:prSet/>
      <dgm:spPr/>
      <dgm:t>
        <a:bodyPr/>
        <a:lstStyle/>
        <a:p>
          <a:endParaRPr lang="en-US"/>
        </a:p>
      </dgm:t>
    </dgm:pt>
    <dgm:pt modelId="{C8B7DA66-6600-0849-87B1-84EDD1B5FA05}" type="sibTrans" cxnId="{2CCCBBAA-6A3E-CD43-8B02-B15D7B636291}">
      <dgm:prSet/>
      <dgm:spPr/>
      <dgm:t>
        <a:bodyPr/>
        <a:lstStyle/>
        <a:p>
          <a:endParaRPr lang="en-US"/>
        </a:p>
      </dgm:t>
    </dgm:pt>
    <dgm:pt modelId="{64531633-71B4-0B42-9C29-EB980AF89393}">
      <dgm:prSet/>
      <dgm:spPr>
        <a:solidFill>
          <a:srgbClr val="FF2600"/>
        </a:solidFill>
      </dgm:spPr>
      <dgm:t>
        <a:bodyPr/>
        <a:lstStyle/>
        <a:p>
          <a:r>
            <a:rPr lang="en-US" dirty="0"/>
            <a:t>P</a:t>
          </a:r>
        </a:p>
      </dgm:t>
    </dgm:pt>
    <dgm:pt modelId="{91BE3431-DFE2-8F45-8874-F79ADDE53BB5}" type="parTrans" cxnId="{DE4ADB1E-AFBB-4D4C-A4EA-70DF3BC8A18C}">
      <dgm:prSet/>
      <dgm:spPr/>
      <dgm:t>
        <a:bodyPr/>
        <a:lstStyle/>
        <a:p>
          <a:endParaRPr lang="en-US"/>
        </a:p>
      </dgm:t>
    </dgm:pt>
    <dgm:pt modelId="{34490C9F-806E-834C-A5A7-4F7C1C74FBAC}" type="sibTrans" cxnId="{DE4ADB1E-AFBB-4D4C-A4EA-70DF3BC8A18C}">
      <dgm:prSet/>
      <dgm:spPr/>
      <dgm:t>
        <a:bodyPr/>
        <a:lstStyle/>
        <a:p>
          <a:endParaRPr lang="en-US"/>
        </a:p>
      </dgm:t>
    </dgm:pt>
    <dgm:pt modelId="{21EB565F-D364-FB44-B300-D096198161E6}">
      <dgm:prSet/>
      <dgm:spPr/>
      <dgm:t>
        <a:bodyPr/>
        <a:lstStyle/>
        <a:p>
          <a:r>
            <a:rPr lang="en-US" b="0" i="0"/>
            <a:t>F </a:t>
          </a:r>
          <a:endParaRPr lang="en-US"/>
        </a:p>
      </dgm:t>
    </dgm:pt>
    <dgm:pt modelId="{93F6552D-4F4A-B24E-8B6C-E03361E4FD92}" type="parTrans" cxnId="{89A833FB-BD92-7C44-A64B-39E3E9D2C5AB}">
      <dgm:prSet/>
      <dgm:spPr/>
      <dgm:t>
        <a:bodyPr/>
        <a:lstStyle/>
        <a:p>
          <a:endParaRPr lang="en-US"/>
        </a:p>
      </dgm:t>
    </dgm:pt>
    <dgm:pt modelId="{882FA0A6-101B-7841-97A6-0877EBA08DA5}" type="sibTrans" cxnId="{89A833FB-BD92-7C44-A64B-39E3E9D2C5AB}">
      <dgm:prSet/>
      <dgm:spPr/>
      <dgm:t>
        <a:bodyPr/>
        <a:lstStyle/>
        <a:p>
          <a:endParaRPr lang="en-US"/>
        </a:p>
      </dgm:t>
    </dgm:pt>
    <dgm:pt modelId="{B5F0FD59-1763-B942-ACFE-00A1F9A3F385}">
      <dgm:prSet/>
      <dgm:spPr/>
      <dgm:t>
        <a:bodyPr/>
        <a:lstStyle/>
        <a:p>
          <a:r>
            <a:rPr lang="en-US" b="0" i="0"/>
            <a:t>L </a:t>
          </a:r>
          <a:endParaRPr lang="en-US"/>
        </a:p>
      </dgm:t>
    </dgm:pt>
    <dgm:pt modelId="{18C2CBFD-C0C7-FA48-BA21-EC4A2CCA09E8}" type="parTrans" cxnId="{792A3D52-E545-224B-AEA4-E1EC57ED1F23}">
      <dgm:prSet/>
      <dgm:spPr/>
      <dgm:t>
        <a:bodyPr/>
        <a:lstStyle/>
        <a:p>
          <a:endParaRPr lang="en-US"/>
        </a:p>
      </dgm:t>
    </dgm:pt>
    <dgm:pt modelId="{E0F2C1F0-18E3-F547-8339-D70F8570ACB1}" type="sibTrans" cxnId="{792A3D52-E545-224B-AEA4-E1EC57ED1F23}">
      <dgm:prSet/>
      <dgm:spPr/>
      <dgm:t>
        <a:bodyPr/>
        <a:lstStyle/>
        <a:p>
          <a:endParaRPr lang="en-US"/>
        </a:p>
      </dgm:t>
    </dgm:pt>
    <dgm:pt modelId="{6912FBA2-7544-A042-9AFF-5225140C9F8A}">
      <dgm:prSet/>
      <dgm:spPr/>
      <dgm:t>
        <a:bodyPr/>
        <a:lstStyle/>
        <a:p>
          <a:r>
            <a:rPr lang="en-US" b="0" i="0"/>
            <a:t>T </a:t>
          </a:r>
          <a:endParaRPr lang="en-US"/>
        </a:p>
      </dgm:t>
    </dgm:pt>
    <dgm:pt modelId="{56A43096-C870-304A-B897-3C13F8A4E690}" type="parTrans" cxnId="{E6053795-0CFF-184E-87DD-AEE3010B8F32}">
      <dgm:prSet/>
      <dgm:spPr/>
      <dgm:t>
        <a:bodyPr/>
        <a:lstStyle/>
        <a:p>
          <a:endParaRPr lang="en-US"/>
        </a:p>
      </dgm:t>
    </dgm:pt>
    <dgm:pt modelId="{DF265CCC-0AAD-C44E-828C-837EDA314E96}" type="sibTrans" cxnId="{E6053795-0CFF-184E-87DD-AEE3010B8F32}">
      <dgm:prSet/>
      <dgm:spPr/>
      <dgm:t>
        <a:bodyPr/>
        <a:lstStyle/>
        <a:p>
          <a:endParaRPr lang="en-US"/>
        </a:p>
      </dgm:t>
    </dgm:pt>
    <dgm:pt modelId="{3DF8B025-407B-C24B-B396-D8C66CD575EA}">
      <dgm:prSet/>
      <dgm:spPr/>
      <dgm:t>
        <a:bodyPr/>
        <a:lstStyle/>
        <a:p>
          <a:r>
            <a:rPr lang="en-US" b="0" i="0" dirty="0"/>
            <a:t>W </a:t>
          </a:r>
          <a:endParaRPr lang="en-US" dirty="0"/>
        </a:p>
      </dgm:t>
    </dgm:pt>
    <dgm:pt modelId="{7A94E9A2-70AA-5B43-AD22-96125E2EC8E4}" type="parTrans" cxnId="{49A46ABF-EEC9-CA43-9D66-6270ABA3DC09}">
      <dgm:prSet/>
      <dgm:spPr/>
      <dgm:t>
        <a:bodyPr/>
        <a:lstStyle/>
        <a:p>
          <a:endParaRPr lang="en-US"/>
        </a:p>
      </dgm:t>
    </dgm:pt>
    <dgm:pt modelId="{C7760B3A-DE4A-5845-BC6A-2CD03894C3C8}" type="sibTrans" cxnId="{49A46ABF-EEC9-CA43-9D66-6270ABA3DC09}">
      <dgm:prSet/>
      <dgm:spPr/>
      <dgm:t>
        <a:bodyPr/>
        <a:lstStyle/>
        <a:p>
          <a:endParaRPr lang="en-US"/>
        </a:p>
      </dgm:t>
    </dgm:pt>
    <dgm:pt modelId="{F201BA46-352E-6443-AB4E-6BFE9ED6AFB4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0" i="0" dirty="0"/>
            <a:t>G </a:t>
          </a:r>
          <a:endParaRPr lang="en-US" dirty="0"/>
        </a:p>
      </dgm:t>
    </dgm:pt>
    <dgm:pt modelId="{EBBE650C-A975-EA44-844A-D423C7D0459C}" type="parTrans" cxnId="{AFB3F0B2-C7E7-F446-A442-C6B89C20BE0E}">
      <dgm:prSet/>
      <dgm:spPr/>
      <dgm:t>
        <a:bodyPr/>
        <a:lstStyle/>
        <a:p>
          <a:endParaRPr lang="en-US"/>
        </a:p>
      </dgm:t>
    </dgm:pt>
    <dgm:pt modelId="{A939B388-7B1B-1C43-ADD0-5814886B821B}" type="sibTrans" cxnId="{AFB3F0B2-C7E7-F446-A442-C6B89C20BE0E}">
      <dgm:prSet/>
      <dgm:spPr/>
      <dgm:t>
        <a:bodyPr/>
        <a:lstStyle/>
        <a:p>
          <a:endParaRPr lang="en-US"/>
        </a:p>
      </dgm:t>
    </dgm:pt>
    <dgm:pt modelId="{86B13C19-6D3F-DD4C-BFC7-1F3B4557B8BA}">
      <dgm:prSet/>
      <dgm:spPr/>
      <dgm:t>
        <a:bodyPr/>
        <a:lstStyle/>
        <a:p>
          <a:r>
            <a:rPr lang="en-US" b="0" i="0"/>
            <a:t>I</a:t>
          </a:r>
          <a:endParaRPr lang="en-US"/>
        </a:p>
      </dgm:t>
    </dgm:pt>
    <dgm:pt modelId="{2EE94C37-5626-E144-9C22-028E7EDDABAE}" type="parTrans" cxnId="{4458DCE5-60AB-CF46-A160-E053EAB1F5B8}">
      <dgm:prSet/>
      <dgm:spPr/>
      <dgm:t>
        <a:bodyPr/>
        <a:lstStyle/>
        <a:p>
          <a:endParaRPr lang="en-US"/>
        </a:p>
      </dgm:t>
    </dgm:pt>
    <dgm:pt modelId="{7119C7F9-07E4-B34B-894F-2893A5B096C7}" type="sibTrans" cxnId="{4458DCE5-60AB-CF46-A160-E053EAB1F5B8}">
      <dgm:prSet/>
      <dgm:spPr/>
      <dgm:t>
        <a:bodyPr/>
        <a:lstStyle/>
        <a:p>
          <a:endParaRPr lang="en-US"/>
        </a:p>
      </dgm:t>
    </dgm:pt>
    <dgm:pt modelId="{20FCA0F9-B653-0C42-8734-8866C997C923}" type="pres">
      <dgm:prSet presAssocID="{697DF425-6B13-6640-B800-B750F80E2085}" presName="Name0" presStyleCnt="0">
        <dgm:presLayoutVars>
          <dgm:dir/>
          <dgm:resizeHandles val="exact"/>
        </dgm:presLayoutVars>
      </dgm:prSet>
      <dgm:spPr/>
    </dgm:pt>
    <dgm:pt modelId="{F96853F2-2DBB-E945-B930-BF8588310D2F}" type="pres">
      <dgm:prSet presAssocID="{2AB9C984-76F4-7645-B7CC-991577DDCB1D}" presName="node" presStyleLbl="node1" presStyleIdx="0" presStyleCnt="10">
        <dgm:presLayoutVars>
          <dgm:bulletEnabled val="1"/>
        </dgm:presLayoutVars>
      </dgm:prSet>
      <dgm:spPr/>
    </dgm:pt>
    <dgm:pt modelId="{C22761B4-1C44-4449-A6D8-866847BDFCDF}" type="pres">
      <dgm:prSet presAssocID="{B69E0CE2-975D-5444-84FE-4EF40EF22530}" presName="sibTrans" presStyleLbl="sibTrans2D1" presStyleIdx="0" presStyleCnt="9"/>
      <dgm:spPr/>
    </dgm:pt>
    <dgm:pt modelId="{000636B1-BF40-E649-A56E-62BF0A681F10}" type="pres">
      <dgm:prSet presAssocID="{B69E0CE2-975D-5444-84FE-4EF40EF22530}" presName="connectorText" presStyleLbl="sibTrans2D1" presStyleIdx="0" presStyleCnt="9"/>
      <dgm:spPr/>
    </dgm:pt>
    <dgm:pt modelId="{D0D43028-4BAF-074F-8E0B-7D6AE4122159}" type="pres">
      <dgm:prSet presAssocID="{43638595-F57C-AD46-9E32-150FE7921A98}" presName="node" presStyleLbl="node1" presStyleIdx="1" presStyleCnt="10">
        <dgm:presLayoutVars>
          <dgm:bulletEnabled val="1"/>
        </dgm:presLayoutVars>
      </dgm:prSet>
      <dgm:spPr/>
    </dgm:pt>
    <dgm:pt modelId="{749B2683-861D-EE44-985F-5A46D5429BF6}" type="pres">
      <dgm:prSet presAssocID="{C7895FD0-453A-FE4E-BB8C-F855997A2FC6}" presName="sibTrans" presStyleLbl="sibTrans2D1" presStyleIdx="1" presStyleCnt="9"/>
      <dgm:spPr/>
    </dgm:pt>
    <dgm:pt modelId="{53861DB6-61C6-7D4B-B490-450D5212D061}" type="pres">
      <dgm:prSet presAssocID="{C7895FD0-453A-FE4E-BB8C-F855997A2FC6}" presName="connectorText" presStyleLbl="sibTrans2D1" presStyleIdx="1" presStyleCnt="9"/>
      <dgm:spPr/>
    </dgm:pt>
    <dgm:pt modelId="{7BA062EB-07A5-8440-8C31-F20916CA8BCC}" type="pres">
      <dgm:prSet presAssocID="{70367082-2DDD-3B4A-8F29-72508EC04D29}" presName="node" presStyleLbl="node1" presStyleIdx="2" presStyleCnt="10">
        <dgm:presLayoutVars>
          <dgm:bulletEnabled val="1"/>
        </dgm:presLayoutVars>
      </dgm:prSet>
      <dgm:spPr/>
    </dgm:pt>
    <dgm:pt modelId="{2B6CD454-0B2D-BA47-A48A-3CC04817E675}" type="pres">
      <dgm:prSet presAssocID="{C8B7DA66-6600-0849-87B1-84EDD1B5FA05}" presName="sibTrans" presStyleLbl="sibTrans2D1" presStyleIdx="2" presStyleCnt="9"/>
      <dgm:spPr/>
    </dgm:pt>
    <dgm:pt modelId="{AA83125F-47D1-9642-8DB8-C8BEBBC3EF87}" type="pres">
      <dgm:prSet presAssocID="{C8B7DA66-6600-0849-87B1-84EDD1B5FA05}" presName="connectorText" presStyleLbl="sibTrans2D1" presStyleIdx="2" presStyleCnt="9"/>
      <dgm:spPr/>
    </dgm:pt>
    <dgm:pt modelId="{6BE9B592-79C6-0547-8AA4-F7C336C119F6}" type="pres">
      <dgm:prSet presAssocID="{64531633-71B4-0B42-9C29-EB980AF89393}" presName="node" presStyleLbl="node1" presStyleIdx="3" presStyleCnt="10">
        <dgm:presLayoutVars>
          <dgm:bulletEnabled val="1"/>
        </dgm:presLayoutVars>
      </dgm:prSet>
      <dgm:spPr/>
    </dgm:pt>
    <dgm:pt modelId="{1F504BC7-40A9-0541-99B7-3A79B1DC28D2}" type="pres">
      <dgm:prSet presAssocID="{34490C9F-806E-834C-A5A7-4F7C1C74FBAC}" presName="sibTrans" presStyleLbl="sibTrans2D1" presStyleIdx="3" presStyleCnt="9"/>
      <dgm:spPr/>
    </dgm:pt>
    <dgm:pt modelId="{146BE36E-949A-2F43-A83A-9BB2A9B0F919}" type="pres">
      <dgm:prSet presAssocID="{34490C9F-806E-834C-A5A7-4F7C1C74FBAC}" presName="connectorText" presStyleLbl="sibTrans2D1" presStyleIdx="3" presStyleCnt="9"/>
      <dgm:spPr/>
    </dgm:pt>
    <dgm:pt modelId="{F7F5B38E-230F-0B4F-8127-F89C1548E17B}" type="pres">
      <dgm:prSet presAssocID="{21EB565F-D364-FB44-B300-D096198161E6}" presName="node" presStyleLbl="node1" presStyleIdx="4" presStyleCnt="10">
        <dgm:presLayoutVars>
          <dgm:bulletEnabled val="1"/>
        </dgm:presLayoutVars>
      </dgm:prSet>
      <dgm:spPr/>
    </dgm:pt>
    <dgm:pt modelId="{C7168476-B74E-A94E-91BB-549ABAA75013}" type="pres">
      <dgm:prSet presAssocID="{882FA0A6-101B-7841-97A6-0877EBA08DA5}" presName="sibTrans" presStyleLbl="sibTrans2D1" presStyleIdx="4" presStyleCnt="9"/>
      <dgm:spPr/>
    </dgm:pt>
    <dgm:pt modelId="{3171EF7F-48C6-3749-B6D0-972C639F525E}" type="pres">
      <dgm:prSet presAssocID="{882FA0A6-101B-7841-97A6-0877EBA08DA5}" presName="connectorText" presStyleLbl="sibTrans2D1" presStyleIdx="4" presStyleCnt="9"/>
      <dgm:spPr/>
    </dgm:pt>
    <dgm:pt modelId="{305B4119-BED5-F648-ACB5-E4BA201833E6}" type="pres">
      <dgm:prSet presAssocID="{B5F0FD59-1763-B942-ACFE-00A1F9A3F385}" presName="node" presStyleLbl="node1" presStyleIdx="5" presStyleCnt="10">
        <dgm:presLayoutVars>
          <dgm:bulletEnabled val="1"/>
        </dgm:presLayoutVars>
      </dgm:prSet>
      <dgm:spPr/>
    </dgm:pt>
    <dgm:pt modelId="{08DCC042-B5F0-704E-AF24-8D3F930182E5}" type="pres">
      <dgm:prSet presAssocID="{E0F2C1F0-18E3-F547-8339-D70F8570ACB1}" presName="sibTrans" presStyleLbl="sibTrans2D1" presStyleIdx="5" presStyleCnt="9"/>
      <dgm:spPr/>
    </dgm:pt>
    <dgm:pt modelId="{13B7DA26-3947-5E46-B076-DFD59D7CC737}" type="pres">
      <dgm:prSet presAssocID="{E0F2C1F0-18E3-F547-8339-D70F8570ACB1}" presName="connectorText" presStyleLbl="sibTrans2D1" presStyleIdx="5" presStyleCnt="9"/>
      <dgm:spPr/>
    </dgm:pt>
    <dgm:pt modelId="{D450794D-92CF-F449-AD02-66748DD30C7D}" type="pres">
      <dgm:prSet presAssocID="{6912FBA2-7544-A042-9AFF-5225140C9F8A}" presName="node" presStyleLbl="node1" presStyleIdx="6" presStyleCnt="10">
        <dgm:presLayoutVars>
          <dgm:bulletEnabled val="1"/>
        </dgm:presLayoutVars>
      </dgm:prSet>
      <dgm:spPr/>
    </dgm:pt>
    <dgm:pt modelId="{84FF452D-9B71-234F-92AB-2B4E0C1EE72E}" type="pres">
      <dgm:prSet presAssocID="{DF265CCC-0AAD-C44E-828C-837EDA314E96}" presName="sibTrans" presStyleLbl="sibTrans2D1" presStyleIdx="6" presStyleCnt="9"/>
      <dgm:spPr/>
    </dgm:pt>
    <dgm:pt modelId="{ADFA25D5-A68B-284C-9431-9C59CC516DD1}" type="pres">
      <dgm:prSet presAssocID="{DF265CCC-0AAD-C44E-828C-837EDA314E96}" presName="connectorText" presStyleLbl="sibTrans2D1" presStyleIdx="6" presStyleCnt="9"/>
      <dgm:spPr/>
    </dgm:pt>
    <dgm:pt modelId="{760E580F-6BC5-054E-A496-6B1E6D06618C}" type="pres">
      <dgm:prSet presAssocID="{3DF8B025-407B-C24B-B396-D8C66CD575EA}" presName="node" presStyleLbl="node1" presStyleIdx="7" presStyleCnt="10">
        <dgm:presLayoutVars>
          <dgm:bulletEnabled val="1"/>
        </dgm:presLayoutVars>
      </dgm:prSet>
      <dgm:spPr/>
    </dgm:pt>
    <dgm:pt modelId="{5C74FB61-9A93-354A-85D0-8726AABF5385}" type="pres">
      <dgm:prSet presAssocID="{C7760B3A-DE4A-5845-BC6A-2CD03894C3C8}" presName="sibTrans" presStyleLbl="sibTrans2D1" presStyleIdx="7" presStyleCnt="9"/>
      <dgm:spPr/>
    </dgm:pt>
    <dgm:pt modelId="{EAB7361F-BD60-9F4F-8CEB-8835C020A4E4}" type="pres">
      <dgm:prSet presAssocID="{C7760B3A-DE4A-5845-BC6A-2CD03894C3C8}" presName="connectorText" presStyleLbl="sibTrans2D1" presStyleIdx="7" presStyleCnt="9"/>
      <dgm:spPr/>
    </dgm:pt>
    <dgm:pt modelId="{125918BA-9DC8-E84D-B749-46ED8064DFD9}" type="pres">
      <dgm:prSet presAssocID="{F201BA46-352E-6443-AB4E-6BFE9ED6AFB4}" presName="node" presStyleLbl="node1" presStyleIdx="8" presStyleCnt="10">
        <dgm:presLayoutVars>
          <dgm:bulletEnabled val="1"/>
        </dgm:presLayoutVars>
      </dgm:prSet>
      <dgm:spPr/>
    </dgm:pt>
    <dgm:pt modelId="{A98D83A2-B308-A54B-8E39-01D10259AF8D}" type="pres">
      <dgm:prSet presAssocID="{A939B388-7B1B-1C43-ADD0-5814886B821B}" presName="sibTrans" presStyleLbl="sibTrans2D1" presStyleIdx="8" presStyleCnt="9"/>
      <dgm:spPr/>
    </dgm:pt>
    <dgm:pt modelId="{F95B8E79-4304-5C40-B9FC-B0ECB484DFCC}" type="pres">
      <dgm:prSet presAssocID="{A939B388-7B1B-1C43-ADD0-5814886B821B}" presName="connectorText" presStyleLbl="sibTrans2D1" presStyleIdx="8" presStyleCnt="9"/>
      <dgm:spPr/>
    </dgm:pt>
    <dgm:pt modelId="{222E1E1F-B159-A647-973C-D2DD98223FCE}" type="pres">
      <dgm:prSet presAssocID="{86B13C19-6D3F-DD4C-BFC7-1F3B4557B8BA}" presName="node" presStyleLbl="node1" presStyleIdx="9" presStyleCnt="10">
        <dgm:presLayoutVars>
          <dgm:bulletEnabled val="1"/>
        </dgm:presLayoutVars>
      </dgm:prSet>
      <dgm:spPr/>
    </dgm:pt>
  </dgm:ptLst>
  <dgm:cxnLst>
    <dgm:cxn modelId="{15E5980E-387F-FB48-A089-36D28633E984}" type="presOf" srcId="{697DF425-6B13-6640-B800-B750F80E2085}" destId="{20FCA0F9-B653-0C42-8734-8866C997C923}" srcOrd="0" destOrd="0" presId="urn:microsoft.com/office/officeart/2005/8/layout/process1"/>
    <dgm:cxn modelId="{EA419F10-2AFF-AF47-ACCB-5F43B22D5E2A}" type="presOf" srcId="{34490C9F-806E-834C-A5A7-4F7C1C74FBAC}" destId="{146BE36E-949A-2F43-A83A-9BB2A9B0F919}" srcOrd="1" destOrd="0" presId="urn:microsoft.com/office/officeart/2005/8/layout/process1"/>
    <dgm:cxn modelId="{3D5D1C1C-8741-BB4D-86CC-BFA3DC9D12F2}" type="presOf" srcId="{C8B7DA66-6600-0849-87B1-84EDD1B5FA05}" destId="{AA83125F-47D1-9642-8DB8-C8BEBBC3EF87}" srcOrd="1" destOrd="0" presId="urn:microsoft.com/office/officeart/2005/8/layout/process1"/>
    <dgm:cxn modelId="{DE4ADB1E-AFBB-4D4C-A4EA-70DF3BC8A18C}" srcId="{697DF425-6B13-6640-B800-B750F80E2085}" destId="{64531633-71B4-0B42-9C29-EB980AF89393}" srcOrd="3" destOrd="0" parTransId="{91BE3431-DFE2-8F45-8874-F79ADDE53BB5}" sibTransId="{34490C9F-806E-834C-A5A7-4F7C1C74FBAC}"/>
    <dgm:cxn modelId="{D5B4B22D-FAF3-E94B-95F2-1B768F7A93AC}" type="presOf" srcId="{6912FBA2-7544-A042-9AFF-5225140C9F8A}" destId="{D450794D-92CF-F449-AD02-66748DD30C7D}" srcOrd="0" destOrd="0" presId="urn:microsoft.com/office/officeart/2005/8/layout/process1"/>
    <dgm:cxn modelId="{63E62C38-11B3-B74C-AC96-EE92A9AD0D9D}" type="presOf" srcId="{E0F2C1F0-18E3-F547-8339-D70F8570ACB1}" destId="{13B7DA26-3947-5E46-B076-DFD59D7CC737}" srcOrd="1" destOrd="0" presId="urn:microsoft.com/office/officeart/2005/8/layout/process1"/>
    <dgm:cxn modelId="{16193738-3410-E344-B37C-E079FA22897D}" type="presOf" srcId="{C7760B3A-DE4A-5845-BC6A-2CD03894C3C8}" destId="{5C74FB61-9A93-354A-85D0-8726AABF5385}" srcOrd="0" destOrd="0" presId="urn:microsoft.com/office/officeart/2005/8/layout/process1"/>
    <dgm:cxn modelId="{D6992B3C-508C-2349-A3A7-E8A86C2936CF}" type="presOf" srcId="{882FA0A6-101B-7841-97A6-0877EBA08DA5}" destId="{3171EF7F-48C6-3749-B6D0-972C639F525E}" srcOrd="1" destOrd="0" presId="urn:microsoft.com/office/officeart/2005/8/layout/process1"/>
    <dgm:cxn modelId="{25BB2C4F-339D-6F4A-B99E-02B8B9350DC1}" type="presOf" srcId="{64531633-71B4-0B42-9C29-EB980AF89393}" destId="{6BE9B592-79C6-0547-8AA4-F7C336C119F6}" srcOrd="0" destOrd="0" presId="urn:microsoft.com/office/officeart/2005/8/layout/process1"/>
    <dgm:cxn modelId="{792A3D52-E545-224B-AEA4-E1EC57ED1F23}" srcId="{697DF425-6B13-6640-B800-B750F80E2085}" destId="{B5F0FD59-1763-B942-ACFE-00A1F9A3F385}" srcOrd="5" destOrd="0" parTransId="{18C2CBFD-C0C7-FA48-BA21-EC4A2CCA09E8}" sibTransId="{E0F2C1F0-18E3-F547-8339-D70F8570ACB1}"/>
    <dgm:cxn modelId="{9716F852-199A-6240-B048-633F6B7AE770}" type="presOf" srcId="{C7760B3A-DE4A-5845-BC6A-2CD03894C3C8}" destId="{EAB7361F-BD60-9F4F-8CEB-8835C020A4E4}" srcOrd="1" destOrd="0" presId="urn:microsoft.com/office/officeart/2005/8/layout/process1"/>
    <dgm:cxn modelId="{1C429857-7C44-7A4A-94DE-081A33D9B3E2}" type="presOf" srcId="{C7895FD0-453A-FE4E-BB8C-F855997A2FC6}" destId="{53861DB6-61C6-7D4B-B490-450D5212D061}" srcOrd="1" destOrd="0" presId="urn:microsoft.com/office/officeart/2005/8/layout/process1"/>
    <dgm:cxn modelId="{01A65158-53DF-1A45-AB84-EC138B78891F}" type="presOf" srcId="{F201BA46-352E-6443-AB4E-6BFE9ED6AFB4}" destId="{125918BA-9DC8-E84D-B749-46ED8064DFD9}" srcOrd="0" destOrd="0" presId="urn:microsoft.com/office/officeart/2005/8/layout/process1"/>
    <dgm:cxn modelId="{E2F96F5B-E85B-8F4C-9AB8-8F3730F0E419}" type="presOf" srcId="{B5F0FD59-1763-B942-ACFE-00A1F9A3F385}" destId="{305B4119-BED5-F648-ACB5-E4BA201833E6}" srcOrd="0" destOrd="0" presId="urn:microsoft.com/office/officeart/2005/8/layout/process1"/>
    <dgm:cxn modelId="{CDF0DE5C-B4BD-EF4D-87C7-BDE5E1EDC8C4}" type="presOf" srcId="{34490C9F-806E-834C-A5A7-4F7C1C74FBAC}" destId="{1F504BC7-40A9-0541-99B7-3A79B1DC28D2}" srcOrd="0" destOrd="0" presId="urn:microsoft.com/office/officeart/2005/8/layout/process1"/>
    <dgm:cxn modelId="{A28D976A-CEBF-6546-8995-0102661A4FA6}" type="presOf" srcId="{B69E0CE2-975D-5444-84FE-4EF40EF22530}" destId="{C22761B4-1C44-4449-A6D8-866847BDFCDF}" srcOrd="0" destOrd="0" presId="urn:microsoft.com/office/officeart/2005/8/layout/process1"/>
    <dgm:cxn modelId="{55CC5B7A-45BD-EE4F-867F-F05540BCD468}" type="presOf" srcId="{C8B7DA66-6600-0849-87B1-84EDD1B5FA05}" destId="{2B6CD454-0B2D-BA47-A48A-3CC04817E675}" srcOrd="0" destOrd="0" presId="urn:microsoft.com/office/officeart/2005/8/layout/process1"/>
    <dgm:cxn modelId="{2FE0D97C-D001-9148-BF4B-38EF5976CAB6}" type="presOf" srcId="{2AB9C984-76F4-7645-B7CC-991577DDCB1D}" destId="{F96853F2-2DBB-E945-B930-BF8588310D2F}" srcOrd="0" destOrd="0" presId="urn:microsoft.com/office/officeart/2005/8/layout/process1"/>
    <dgm:cxn modelId="{0B0AED7C-06F9-2D41-94B3-D208ACB49E1A}" type="presOf" srcId="{A939B388-7B1B-1C43-ADD0-5814886B821B}" destId="{A98D83A2-B308-A54B-8E39-01D10259AF8D}" srcOrd="0" destOrd="0" presId="urn:microsoft.com/office/officeart/2005/8/layout/process1"/>
    <dgm:cxn modelId="{18141095-D5C9-474F-A8F0-2B78C37832BD}" srcId="{697DF425-6B13-6640-B800-B750F80E2085}" destId="{2AB9C984-76F4-7645-B7CC-991577DDCB1D}" srcOrd="0" destOrd="0" parTransId="{3A655679-6137-C641-AA88-E345890DB872}" sibTransId="{B69E0CE2-975D-5444-84FE-4EF40EF22530}"/>
    <dgm:cxn modelId="{E6053795-0CFF-184E-87DD-AEE3010B8F32}" srcId="{697DF425-6B13-6640-B800-B750F80E2085}" destId="{6912FBA2-7544-A042-9AFF-5225140C9F8A}" srcOrd="6" destOrd="0" parTransId="{56A43096-C870-304A-B897-3C13F8A4E690}" sibTransId="{DF265CCC-0AAD-C44E-828C-837EDA314E96}"/>
    <dgm:cxn modelId="{515C7E99-C1F3-BC47-951B-734C65AFB1B9}" type="presOf" srcId="{43638595-F57C-AD46-9E32-150FE7921A98}" destId="{D0D43028-4BAF-074F-8E0B-7D6AE4122159}" srcOrd="0" destOrd="0" presId="urn:microsoft.com/office/officeart/2005/8/layout/process1"/>
    <dgm:cxn modelId="{DCADED9C-7B2A-C744-97EF-4F007D556A8E}" type="presOf" srcId="{86B13C19-6D3F-DD4C-BFC7-1F3B4557B8BA}" destId="{222E1E1F-B159-A647-973C-D2DD98223FCE}" srcOrd="0" destOrd="0" presId="urn:microsoft.com/office/officeart/2005/8/layout/process1"/>
    <dgm:cxn modelId="{C595159D-99DD-334F-85F8-9F8B7C3281E5}" type="presOf" srcId="{E0F2C1F0-18E3-F547-8339-D70F8570ACB1}" destId="{08DCC042-B5F0-704E-AF24-8D3F930182E5}" srcOrd="0" destOrd="0" presId="urn:microsoft.com/office/officeart/2005/8/layout/process1"/>
    <dgm:cxn modelId="{9F05BC9E-E9A8-6244-9DDB-9EB9708197E5}" srcId="{697DF425-6B13-6640-B800-B750F80E2085}" destId="{43638595-F57C-AD46-9E32-150FE7921A98}" srcOrd="1" destOrd="0" parTransId="{D547EF98-401B-6745-853F-534166E74922}" sibTransId="{C7895FD0-453A-FE4E-BB8C-F855997A2FC6}"/>
    <dgm:cxn modelId="{2A3B1AA0-0998-CA49-B222-920529BEB87B}" type="presOf" srcId="{882FA0A6-101B-7841-97A6-0877EBA08DA5}" destId="{C7168476-B74E-A94E-91BB-549ABAA75013}" srcOrd="0" destOrd="0" presId="urn:microsoft.com/office/officeart/2005/8/layout/process1"/>
    <dgm:cxn modelId="{2CCCBBAA-6A3E-CD43-8B02-B15D7B636291}" srcId="{697DF425-6B13-6640-B800-B750F80E2085}" destId="{70367082-2DDD-3B4A-8F29-72508EC04D29}" srcOrd="2" destOrd="0" parTransId="{3EB67638-9BB6-8F44-A892-DE41F0C9DD5E}" sibTransId="{C8B7DA66-6600-0849-87B1-84EDD1B5FA05}"/>
    <dgm:cxn modelId="{AFB3F0B2-C7E7-F446-A442-C6B89C20BE0E}" srcId="{697DF425-6B13-6640-B800-B750F80E2085}" destId="{F201BA46-352E-6443-AB4E-6BFE9ED6AFB4}" srcOrd="8" destOrd="0" parTransId="{EBBE650C-A975-EA44-844A-D423C7D0459C}" sibTransId="{A939B388-7B1B-1C43-ADD0-5814886B821B}"/>
    <dgm:cxn modelId="{2F7B06B6-4BA0-EB4D-A7DC-B7A841866AE6}" type="presOf" srcId="{3DF8B025-407B-C24B-B396-D8C66CD575EA}" destId="{760E580F-6BC5-054E-A496-6B1E6D06618C}" srcOrd="0" destOrd="0" presId="urn:microsoft.com/office/officeart/2005/8/layout/process1"/>
    <dgm:cxn modelId="{1CB24EBE-335B-0641-9A69-A953EA1F280C}" type="presOf" srcId="{DF265CCC-0AAD-C44E-828C-837EDA314E96}" destId="{84FF452D-9B71-234F-92AB-2B4E0C1EE72E}" srcOrd="0" destOrd="0" presId="urn:microsoft.com/office/officeart/2005/8/layout/process1"/>
    <dgm:cxn modelId="{B07B05BF-9FF1-EB48-9820-F91D03CF6012}" type="presOf" srcId="{DF265CCC-0AAD-C44E-828C-837EDA314E96}" destId="{ADFA25D5-A68B-284C-9431-9C59CC516DD1}" srcOrd="1" destOrd="0" presId="urn:microsoft.com/office/officeart/2005/8/layout/process1"/>
    <dgm:cxn modelId="{49A46ABF-EEC9-CA43-9D66-6270ABA3DC09}" srcId="{697DF425-6B13-6640-B800-B750F80E2085}" destId="{3DF8B025-407B-C24B-B396-D8C66CD575EA}" srcOrd="7" destOrd="0" parTransId="{7A94E9A2-70AA-5B43-AD22-96125E2EC8E4}" sibTransId="{C7760B3A-DE4A-5845-BC6A-2CD03894C3C8}"/>
    <dgm:cxn modelId="{87B999C3-C805-7147-ABA2-3A9C89535FF4}" type="presOf" srcId="{C7895FD0-453A-FE4E-BB8C-F855997A2FC6}" destId="{749B2683-861D-EE44-985F-5A46D5429BF6}" srcOrd="0" destOrd="0" presId="urn:microsoft.com/office/officeart/2005/8/layout/process1"/>
    <dgm:cxn modelId="{381FABE2-930B-D344-A1E1-133B1ED302A8}" type="presOf" srcId="{21EB565F-D364-FB44-B300-D096198161E6}" destId="{F7F5B38E-230F-0B4F-8127-F89C1548E17B}" srcOrd="0" destOrd="0" presId="urn:microsoft.com/office/officeart/2005/8/layout/process1"/>
    <dgm:cxn modelId="{4458DCE5-60AB-CF46-A160-E053EAB1F5B8}" srcId="{697DF425-6B13-6640-B800-B750F80E2085}" destId="{86B13C19-6D3F-DD4C-BFC7-1F3B4557B8BA}" srcOrd="9" destOrd="0" parTransId="{2EE94C37-5626-E144-9C22-028E7EDDABAE}" sibTransId="{7119C7F9-07E4-B34B-894F-2893A5B096C7}"/>
    <dgm:cxn modelId="{FB9B9DF3-D5D2-9A4A-B095-69FD14F2C8EE}" type="presOf" srcId="{70367082-2DDD-3B4A-8F29-72508EC04D29}" destId="{7BA062EB-07A5-8440-8C31-F20916CA8BCC}" srcOrd="0" destOrd="0" presId="urn:microsoft.com/office/officeart/2005/8/layout/process1"/>
    <dgm:cxn modelId="{F2E672F5-5BBB-A247-93CB-7A438EFB9726}" type="presOf" srcId="{B69E0CE2-975D-5444-84FE-4EF40EF22530}" destId="{000636B1-BF40-E649-A56E-62BF0A681F10}" srcOrd="1" destOrd="0" presId="urn:microsoft.com/office/officeart/2005/8/layout/process1"/>
    <dgm:cxn modelId="{89A833FB-BD92-7C44-A64B-39E3E9D2C5AB}" srcId="{697DF425-6B13-6640-B800-B750F80E2085}" destId="{21EB565F-D364-FB44-B300-D096198161E6}" srcOrd="4" destOrd="0" parTransId="{93F6552D-4F4A-B24E-8B6C-E03361E4FD92}" sibTransId="{882FA0A6-101B-7841-97A6-0877EBA08DA5}"/>
    <dgm:cxn modelId="{12D444FC-182C-854F-824D-BD33D88C3CF0}" type="presOf" srcId="{A939B388-7B1B-1C43-ADD0-5814886B821B}" destId="{F95B8E79-4304-5C40-B9FC-B0ECB484DFCC}" srcOrd="1" destOrd="0" presId="urn:microsoft.com/office/officeart/2005/8/layout/process1"/>
    <dgm:cxn modelId="{90FC0278-9526-7442-B323-B6A1E7011FE9}" type="presParOf" srcId="{20FCA0F9-B653-0C42-8734-8866C997C923}" destId="{F96853F2-2DBB-E945-B930-BF8588310D2F}" srcOrd="0" destOrd="0" presId="urn:microsoft.com/office/officeart/2005/8/layout/process1"/>
    <dgm:cxn modelId="{5B7992E0-231F-E54F-8D56-E3906869EAAA}" type="presParOf" srcId="{20FCA0F9-B653-0C42-8734-8866C997C923}" destId="{C22761B4-1C44-4449-A6D8-866847BDFCDF}" srcOrd="1" destOrd="0" presId="urn:microsoft.com/office/officeart/2005/8/layout/process1"/>
    <dgm:cxn modelId="{C5C89BED-99E0-114E-BC0A-11E4C8E349FD}" type="presParOf" srcId="{C22761B4-1C44-4449-A6D8-866847BDFCDF}" destId="{000636B1-BF40-E649-A56E-62BF0A681F10}" srcOrd="0" destOrd="0" presId="urn:microsoft.com/office/officeart/2005/8/layout/process1"/>
    <dgm:cxn modelId="{351CE0F5-6E30-0849-992D-67F3D179F425}" type="presParOf" srcId="{20FCA0F9-B653-0C42-8734-8866C997C923}" destId="{D0D43028-4BAF-074F-8E0B-7D6AE4122159}" srcOrd="2" destOrd="0" presId="urn:microsoft.com/office/officeart/2005/8/layout/process1"/>
    <dgm:cxn modelId="{727C3FAB-8A17-4646-BE2B-52A7C04D8129}" type="presParOf" srcId="{20FCA0F9-B653-0C42-8734-8866C997C923}" destId="{749B2683-861D-EE44-985F-5A46D5429BF6}" srcOrd="3" destOrd="0" presId="urn:microsoft.com/office/officeart/2005/8/layout/process1"/>
    <dgm:cxn modelId="{C7EE6A82-A2A9-BD40-B6A8-59F12DAE53D8}" type="presParOf" srcId="{749B2683-861D-EE44-985F-5A46D5429BF6}" destId="{53861DB6-61C6-7D4B-B490-450D5212D061}" srcOrd="0" destOrd="0" presId="urn:microsoft.com/office/officeart/2005/8/layout/process1"/>
    <dgm:cxn modelId="{745664A9-7883-3D43-9D03-A74F46B52055}" type="presParOf" srcId="{20FCA0F9-B653-0C42-8734-8866C997C923}" destId="{7BA062EB-07A5-8440-8C31-F20916CA8BCC}" srcOrd="4" destOrd="0" presId="urn:microsoft.com/office/officeart/2005/8/layout/process1"/>
    <dgm:cxn modelId="{2D47DD62-AFEA-3049-9553-3D36A93DF5BF}" type="presParOf" srcId="{20FCA0F9-B653-0C42-8734-8866C997C923}" destId="{2B6CD454-0B2D-BA47-A48A-3CC04817E675}" srcOrd="5" destOrd="0" presId="urn:microsoft.com/office/officeart/2005/8/layout/process1"/>
    <dgm:cxn modelId="{E6394FF2-D82D-AA40-9608-278DEA1D4E14}" type="presParOf" srcId="{2B6CD454-0B2D-BA47-A48A-3CC04817E675}" destId="{AA83125F-47D1-9642-8DB8-C8BEBBC3EF87}" srcOrd="0" destOrd="0" presId="urn:microsoft.com/office/officeart/2005/8/layout/process1"/>
    <dgm:cxn modelId="{7A3777CB-D095-2D40-B7C9-E80F21D1FE82}" type="presParOf" srcId="{20FCA0F9-B653-0C42-8734-8866C997C923}" destId="{6BE9B592-79C6-0547-8AA4-F7C336C119F6}" srcOrd="6" destOrd="0" presId="urn:microsoft.com/office/officeart/2005/8/layout/process1"/>
    <dgm:cxn modelId="{07826CF1-AF04-1A40-8D83-51A9F32915B7}" type="presParOf" srcId="{20FCA0F9-B653-0C42-8734-8866C997C923}" destId="{1F504BC7-40A9-0541-99B7-3A79B1DC28D2}" srcOrd="7" destOrd="0" presId="urn:microsoft.com/office/officeart/2005/8/layout/process1"/>
    <dgm:cxn modelId="{2F27184C-1315-4B44-8E77-EBB4DE15137B}" type="presParOf" srcId="{1F504BC7-40A9-0541-99B7-3A79B1DC28D2}" destId="{146BE36E-949A-2F43-A83A-9BB2A9B0F919}" srcOrd="0" destOrd="0" presId="urn:microsoft.com/office/officeart/2005/8/layout/process1"/>
    <dgm:cxn modelId="{11E20FD4-7FF0-2440-BFC0-49A23626AE9E}" type="presParOf" srcId="{20FCA0F9-B653-0C42-8734-8866C997C923}" destId="{F7F5B38E-230F-0B4F-8127-F89C1548E17B}" srcOrd="8" destOrd="0" presId="urn:microsoft.com/office/officeart/2005/8/layout/process1"/>
    <dgm:cxn modelId="{4C5FCCE1-F5ED-8442-8151-F31123D1D600}" type="presParOf" srcId="{20FCA0F9-B653-0C42-8734-8866C997C923}" destId="{C7168476-B74E-A94E-91BB-549ABAA75013}" srcOrd="9" destOrd="0" presId="urn:microsoft.com/office/officeart/2005/8/layout/process1"/>
    <dgm:cxn modelId="{B4647C6D-BF26-0444-A3B3-499FFF8D2D9E}" type="presParOf" srcId="{C7168476-B74E-A94E-91BB-549ABAA75013}" destId="{3171EF7F-48C6-3749-B6D0-972C639F525E}" srcOrd="0" destOrd="0" presId="urn:microsoft.com/office/officeart/2005/8/layout/process1"/>
    <dgm:cxn modelId="{B93D46A9-6A8E-F74C-BE06-B402E7D568FC}" type="presParOf" srcId="{20FCA0F9-B653-0C42-8734-8866C997C923}" destId="{305B4119-BED5-F648-ACB5-E4BA201833E6}" srcOrd="10" destOrd="0" presId="urn:microsoft.com/office/officeart/2005/8/layout/process1"/>
    <dgm:cxn modelId="{4CBF6579-C0DB-C646-B12B-29B104F286AF}" type="presParOf" srcId="{20FCA0F9-B653-0C42-8734-8866C997C923}" destId="{08DCC042-B5F0-704E-AF24-8D3F930182E5}" srcOrd="11" destOrd="0" presId="urn:microsoft.com/office/officeart/2005/8/layout/process1"/>
    <dgm:cxn modelId="{81B718F2-E4F1-134E-A7A5-69148BC2A646}" type="presParOf" srcId="{08DCC042-B5F0-704E-AF24-8D3F930182E5}" destId="{13B7DA26-3947-5E46-B076-DFD59D7CC737}" srcOrd="0" destOrd="0" presId="urn:microsoft.com/office/officeart/2005/8/layout/process1"/>
    <dgm:cxn modelId="{2F94A7B4-31F9-1441-AE40-D986983DEFB1}" type="presParOf" srcId="{20FCA0F9-B653-0C42-8734-8866C997C923}" destId="{D450794D-92CF-F449-AD02-66748DD30C7D}" srcOrd="12" destOrd="0" presId="urn:microsoft.com/office/officeart/2005/8/layout/process1"/>
    <dgm:cxn modelId="{CA004674-E1F9-BD43-A88E-E7459F78C23D}" type="presParOf" srcId="{20FCA0F9-B653-0C42-8734-8866C997C923}" destId="{84FF452D-9B71-234F-92AB-2B4E0C1EE72E}" srcOrd="13" destOrd="0" presId="urn:microsoft.com/office/officeart/2005/8/layout/process1"/>
    <dgm:cxn modelId="{C2897EB7-1FBB-BD48-BCDF-DC8CA8D520A3}" type="presParOf" srcId="{84FF452D-9B71-234F-92AB-2B4E0C1EE72E}" destId="{ADFA25D5-A68B-284C-9431-9C59CC516DD1}" srcOrd="0" destOrd="0" presId="urn:microsoft.com/office/officeart/2005/8/layout/process1"/>
    <dgm:cxn modelId="{FD5666C5-856C-EE4A-9FBC-E56EDFCED303}" type="presParOf" srcId="{20FCA0F9-B653-0C42-8734-8866C997C923}" destId="{760E580F-6BC5-054E-A496-6B1E6D06618C}" srcOrd="14" destOrd="0" presId="urn:microsoft.com/office/officeart/2005/8/layout/process1"/>
    <dgm:cxn modelId="{7CD7BB8D-4352-D147-B745-96B6E021784A}" type="presParOf" srcId="{20FCA0F9-B653-0C42-8734-8866C997C923}" destId="{5C74FB61-9A93-354A-85D0-8726AABF5385}" srcOrd="15" destOrd="0" presId="urn:microsoft.com/office/officeart/2005/8/layout/process1"/>
    <dgm:cxn modelId="{85F059C7-723F-E14C-81C4-238260123685}" type="presParOf" srcId="{5C74FB61-9A93-354A-85D0-8726AABF5385}" destId="{EAB7361F-BD60-9F4F-8CEB-8835C020A4E4}" srcOrd="0" destOrd="0" presId="urn:microsoft.com/office/officeart/2005/8/layout/process1"/>
    <dgm:cxn modelId="{BB8CDD29-A860-1644-A39D-CEAEF048F89A}" type="presParOf" srcId="{20FCA0F9-B653-0C42-8734-8866C997C923}" destId="{125918BA-9DC8-E84D-B749-46ED8064DFD9}" srcOrd="16" destOrd="0" presId="urn:microsoft.com/office/officeart/2005/8/layout/process1"/>
    <dgm:cxn modelId="{4935BDA8-D280-9F49-B167-D8D2D4F8F729}" type="presParOf" srcId="{20FCA0F9-B653-0C42-8734-8866C997C923}" destId="{A98D83A2-B308-A54B-8E39-01D10259AF8D}" srcOrd="17" destOrd="0" presId="urn:microsoft.com/office/officeart/2005/8/layout/process1"/>
    <dgm:cxn modelId="{78CA4177-C37D-6C42-92E0-3D27425E0CDE}" type="presParOf" srcId="{A98D83A2-B308-A54B-8E39-01D10259AF8D}" destId="{F95B8E79-4304-5C40-B9FC-B0ECB484DFCC}" srcOrd="0" destOrd="0" presId="urn:microsoft.com/office/officeart/2005/8/layout/process1"/>
    <dgm:cxn modelId="{EB7B6509-62EC-E243-B0BA-2B2D063512A2}" type="presParOf" srcId="{20FCA0F9-B653-0C42-8734-8866C997C923}" destId="{222E1E1F-B159-A647-973C-D2DD98223FCE}" srcOrd="1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39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97DF425-6B13-6640-B800-B750F80E2085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B9C984-76F4-7645-B7CC-991577DDCB1D}">
      <dgm:prSet/>
      <dgm:spPr/>
      <dgm:t>
        <a:bodyPr/>
        <a:lstStyle/>
        <a:p>
          <a:r>
            <a:rPr lang="en-US" b="0" i="0" dirty="0"/>
            <a:t>M </a:t>
          </a:r>
          <a:endParaRPr lang="en-US" dirty="0"/>
        </a:p>
      </dgm:t>
    </dgm:pt>
    <dgm:pt modelId="{3A655679-6137-C641-AA88-E345890DB872}" type="parTrans" cxnId="{18141095-D5C9-474F-A8F0-2B78C37832BD}">
      <dgm:prSet/>
      <dgm:spPr/>
      <dgm:t>
        <a:bodyPr/>
        <a:lstStyle/>
        <a:p>
          <a:endParaRPr lang="en-US"/>
        </a:p>
      </dgm:t>
    </dgm:pt>
    <dgm:pt modelId="{B69E0CE2-975D-5444-84FE-4EF40EF22530}" type="sibTrans" cxnId="{18141095-D5C9-474F-A8F0-2B78C37832BD}">
      <dgm:prSet/>
      <dgm:spPr/>
      <dgm:t>
        <a:bodyPr/>
        <a:lstStyle/>
        <a:p>
          <a:endParaRPr lang="en-US"/>
        </a:p>
      </dgm:t>
    </dgm:pt>
    <dgm:pt modelId="{43638595-F57C-AD46-9E32-150FE7921A98}">
      <dgm:prSet/>
      <dgm:spPr/>
      <dgm:t>
        <a:bodyPr/>
        <a:lstStyle/>
        <a:p>
          <a:r>
            <a:rPr lang="en-US" b="0" i="0" dirty="0"/>
            <a:t>T </a:t>
          </a:r>
          <a:endParaRPr lang="en-US" dirty="0"/>
        </a:p>
      </dgm:t>
    </dgm:pt>
    <dgm:pt modelId="{D547EF98-401B-6745-853F-534166E74922}" type="parTrans" cxnId="{9F05BC9E-E9A8-6244-9DDB-9EB9708197E5}">
      <dgm:prSet/>
      <dgm:spPr/>
      <dgm:t>
        <a:bodyPr/>
        <a:lstStyle/>
        <a:p>
          <a:endParaRPr lang="en-US"/>
        </a:p>
      </dgm:t>
    </dgm:pt>
    <dgm:pt modelId="{C7895FD0-453A-FE4E-BB8C-F855997A2FC6}" type="sibTrans" cxnId="{9F05BC9E-E9A8-6244-9DDB-9EB9708197E5}">
      <dgm:prSet/>
      <dgm:spPr/>
      <dgm:t>
        <a:bodyPr/>
        <a:lstStyle/>
        <a:p>
          <a:endParaRPr lang="en-US"/>
        </a:p>
      </dgm:t>
    </dgm:pt>
    <dgm:pt modelId="{70367082-2DDD-3B4A-8F29-72508EC04D29}">
      <dgm:prSet/>
      <dgm:spPr/>
      <dgm:t>
        <a:bodyPr/>
        <a:lstStyle/>
        <a:p>
          <a:r>
            <a:rPr lang="en-US" b="0" i="0"/>
            <a:t>I </a:t>
          </a:r>
          <a:endParaRPr lang="en-US"/>
        </a:p>
      </dgm:t>
    </dgm:pt>
    <dgm:pt modelId="{3EB67638-9BB6-8F44-A892-DE41F0C9DD5E}" type="parTrans" cxnId="{2CCCBBAA-6A3E-CD43-8B02-B15D7B636291}">
      <dgm:prSet/>
      <dgm:spPr/>
      <dgm:t>
        <a:bodyPr/>
        <a:lstStyle/>
        <a:p>
          <a:endParaRPr lang="en-US"/>
        </a:p>
      </dgm:t>
    </dgm:pt>
    <dgm:pt modelId="{C8B7DA66-6600-0849-87B1-84EDD1B5FA05}" type="sibTrans" cxnId="{2CCCBBAA-6A3E-CD43-8B02-B15D7B636291}">
      <dgm:prSet/>
      <dgm:spPr/>
      <dgm:t>
        <a:bodyPr/>
        <a:lstStyle/>
        <a:p>
          <a:endParaRPr lang="en-US"/>
        </a:p>
      </dgm:t>
    </dgm:pt>
    <dgm:pt modelId="{64531633-71B4-0B42-9C29-EB980AF89393}">
      <dgm:prSet/>
      <dgm:spPr>
        <a:solidFill>
          <a:srgbClr val="FF2600"/>
        </a:solidFill>
      </dgm:spPr>
      <dgm:t>
        <a:bodyPr/>
        <a:lstStyle/>
        <a:p>
          <a:r>
            <a:rPr lang="en-US" b="0" i="0" dirty="0"/>
            <a:t>P </a:t>
          </a:r>
          <a:endParaRPr lang="en-US" dirty="0"/>
        </a:p>
      </dgm:t>
    </dgm:pt>
    <dgm:pt modelId="{91BE3431-DFE2-8F45-8874-F79ADDE53BB5}" type="parTrans" cxnId="{DE4ADB1E-AFBB-4D4C-A4EA-70DF3BC8A18C}">
      <dgm:prSet/>
      <dgm:spPr/>
      <dgm:t>
        <a:bodyPr/>
        <a:lstStyle/>
        <a:p>
          <a:endParaRPr lang="en-US"/>
        </a:p>
      </dgm:t>
    </dgm:pt>
    <dgm:pt modelId="{34490C9F-806E-834C-A5A7-4F7C1C74FBAC}" type="sibTrans" cxnId="{DE4ADB1E-AFBB-4D4C-A4EA-70DF3BC8A18C}">
      <dgm:prSet/>
      <dgm:spPr/>
      <dgm:t>
        <a:bodyPr/>
        <a:lstStyle/>
        <a:p>
          <a:endParaRPr lang="en-US"/>
        </a:p>
      </dgm:t>
    </dgm:pt>
    <dgm:pt modelId="{B5F0FD59-1763-B942-ACFE-00A1F9A3F385}">
      <dgm:prSet/>
      <dgm:spPr/>
      <dgm:t>
        <a:bodyPr/>
        <a:lstStyle/>
        <a:p>
          <a:r>
            <a:rPr lang="en-US" b="0" i="0" dirty="0"/>
            <a:t>L </a:t>
          </a:r>
          <a:endParaRPr lang="en-US" dirty="0"/>
        </a:p>
      </dgm:t>
    </dgm:pt>
    <dgm:pt modelId="{18C2CBFD-C0C7-FA48-BA21-EC4A2CCA09E8}" type="parTrans" cxnId="{792A3D52-E545-224B-AEA4-E1EC57ED1F23}">
      <dgm:prSet/>
      <dgm:spPr/>
      <dgm:t>
        <a:bodyPr/>
        <a:lstStyle/>
        <a:p>
          <a:endParaRPr lang="en-US"/>
        </a:p>
      </dgm:t>
    </dgm:pt>
    <dgm:pt modelId="{E0F2C1F0-18E3-F547-8339-D70F8570ACB1}" type="sibTrans" cxnId="{792A3D52-E545-224B-AEA4-E1EC57ED1F23}">
      <dgm:prSet/>
      <dgm:spPr/>
      <dgm:t>
        <a:bodyPr/>
        <a:lstStyle/>
        <a:p>
          <a:endParaRPr lang="en-US"/>
        </a:p>
      </dgm:t>
    </dgm:pt>
    <dgm:pt modelId="{6912FBA2-7544-A042-9AFF-5225140C9F8A}">
      <dgm:prSet/>
      <dgm:spPr/>
      <dgm:t>
        <a:bodyPr/>
        <a:lstStyle/>
        <a:p>
          <a:r>
            <a:rPr lang="en-US" b="0" i="0" dirty="0"/>
            <a:t>T </a:t>
          </a:r>
          <a:endParaRPr lang="en-US" dirty="0"/>
        </a:p>
      </dgm:t>
    </dgm:pt>
    <dgm:pt modelId="{56A43096-C870-304A-B897-3C13F8A4E690}" type="parTrans" cxnId="{E6053795-0CFF-184E-87DD-AEE3010B8F32}">
      <dgm:prSet/>
      <dgm:spPr/>
      <dgm:t>
        <a:bodyPr/>
        <a:lstStyle/>
        <a:p>
          <a:endParaRPr lang="en-US"/>
        </a:p>
      </dgm:t>
    </dgm:pt>
    <dgm:pt modelId="{DF265CCC-0AAD-C44E-828C-837EDA314E96}" type="sibTrans" cxnId="{E6053795-0CFF-184E-87DD-AEE3010B8F32}">
      <dgm:prSet/>
      <dgm:spPr/>
      <dgm:t>
        <a:bodyPr/>
        <a:lstStyle/>
        <a:p>
          <a:endParaRPr lang="en-US"/>
        </a:p>
      </dgm:t>
    </dgm:pt>
    <dgm:pt modelId="{3DF8B025-407B-C24B-B396-D8C66CD575EA}">
      <dgm:prSet/>
      <dgm:spPr/>
      <dgm:t>
        <a:bodyPr/>
        <a:lstStyle/>
        <a:p>
          <a:r>
            <a:rPr lang="en-US" b="0" i="0" dirty="0"/>
            <a:t>W </a:t>
          </a:r>
          <a:endParaRPr lang="en-US" dirty="0"/>
        </a:p>
      </dgm:t>
    </dgm:pt>
    <dgm:pt modelId="{7A94E9A2-70AA-5B43-AD22-96125E2EC8E4}" type="parTrans" cxnId="{49A46ABF-EEC9-CA43-9D66-6270ABA3DC09}">
      <dgm:prSet/>
      <dgm:spPr/>
      <dgm:t>
        <a:bodyPr/>
        <a:lstStyle/>
        <a:p>
          <a:endParaRPr lang="en-US"/>
        </a:p>
      </dgm:t>
    </dgm:pt>
    <dgm:pt modelId="{C7760B3A-DE4A-5845-BC6A-2CD03894C3C8}" type="sibTrans" cxnId="{49A46ABF-EEC9-CA43-9D66-6270ABA3DC09}">
      <dgm:prSet/>
      <dgm:spPr/>
      <dgm:t>
        <a:bodyPr/>
        <a:lstStyle/>
        <a:p>
          <a:endParaRPr lang="en-US"/>
        </a:p>
      </dgm:t>
    </dgm:pt>
    <dgm:pt modelId="{F201BA46-352E-6443-AB4E-6BFE9ED6AFB4}">
      <dgm:prSet/>
      <dgm:spPr/>
      <dgm:t>
        <a:bodyPr/>
        <a:lstStyle/>
        <a:p>
          <a:r>
            <a:rPr lang="en-US" b="0" i="0"/>
            <a:t>V </a:t>
          </a:r>
          <a:endParaRPr lang="en-US"/>
        </a:p>
      </dgm:t>
    </dgm:pt>
    <dgm:pt modelId="{EBBE650C-A975-EA44-844A-D423C7D0459C}" type="parTrans" cxnId="{AFB3F0B2-C7E7-F446-A442-C6B89C20BE0E}">
      <dgm:prSet/>
      <dgm:spPr/>
      <dgm:t>
        <a:bodyPr/>
        <a:lstStyle/>
        <a:p>
          <a:endParaRPr lang="en-US"/>
        </a:p>
      </dgm:t>
    </dgm:pt>
    <dgm:pt modelId="{A939B388-7B1B-1C43-ADD0-5814886B821B}" type="sibTrans" cxnId="{AFB3F0B2-C7E7-F446-A442-C6B89C20BE0E}">
      <dgm:prSet/>
      <dgm:spPr/>
      <dgm:t>
        <a:bodyPr/>
        <a:lstStyle/>
        <a:p>
          <a:endParaRPr lang="en-US"/>
        </a:p>
      </dgm:t>
    </dgm:pt>
    <dgm:pt modelId="{86B13C19-6D3F-DD4C-BFC7-1F3B4557B8BA}">
      <dgm:prSet/>
      <dgm:spPr/>
      <dgm:t>
        <a:bodyPr/>
        <a:lstStyle/>
        <a:p>
          <a:r>
            <a:rPr lang="en-US" b="0" i="0"/>
            <a:t>I</a:t>
          </a:r>
          <a:endParaRPr lang="en-US"/>
        </a:p>
      </dgm:t>
    </dgm:pt>
    <dgm:pt modelId="{2EE94C37-5626-E144-9C22-028E7EDDABAE}" type="parTrans" cxnId="{4458DCE5-60AB-CF46-A160-E053EAB1F5B8}">
      <dgm:prSet/>
      <dgm:spPr/>
      <dgm:t>
        <a:bodyPr/>
        <a:lstStyle/>
        <a:p>
          <a:endParaRPr lang="en-US"/>
        </a:p>
      </dgm:t>
    </dgm:pt>
    <dgm:pt modelId="{7119C7F9-07E4-B34B-894F-2893A5B096C7}" type="sibTrans" cxnId="{4458DCE5-60AB-CF46-A160-E053EAB1F5B8}">
      <dgm:prSet/>
      <dgm:spPr/>
      <dgm:t>
        <a:bodyPr/>
        <a:lstStyle/>
        <a:p>
          <a:endParaRPr lang="en-US"/>
        </a:p>
      </dgm:t>
    </dgm:pt>
    <dgm:pt modelId="{21EB565F-D364-FB44-B300-D096198161E6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0" i="0" dirty="0"/>
            <a:t> -</a:t>
          </a:r>
          <a:endParaRPr lang="en-US" dirty="0"/>
        </a:p>
      </dgm:t>
    </dgm:pt>
    <dgm:pt modelId="{882FA0A6-101B-7841-97A6-0877EBA08DA5}" type="sibTrans" cxnId="{89A833FB-BD92-7C44-A64B-39E3E9D2C5AB}">
      <dgm:prSet/>
      <dgm:spPr/>
      <dgm:t>
        <a:bodyPr/>
        <a:lstStyle/>
        <a:p>
          <a:endParaRPr lang="en-US"/>
        </a:p>
      </dgm:t>
    </dgm:pt>
    <dgm:pt modelId="{93F6552D-4F4A-B24E-8B6C-E03361E4FD92}" type="parTrans" cxnId="{89A833FB-BD92-7C44-A64B-39E3E9D2C5AB}">
      <dgm:prSet/>
      <dgm:spPr/>
      <dgm:t>
        <a:bodyPr/>
        <a:lstStyle/>
        <a:p>
          <a:endParaRPr lang="en-US"/>
        </a:p>
      </dgm:t>
    </dgm:pt>
    <dgm:pt modelId="{20FCA0F9-B653-0C42-8734-8866C997C923}" type="pres">
      <dgm:prSet presAssocID="{697DF425-6B13-6640-B800-B750F80E2085}" presName="Name0" presStyleCnt="0">
        <dgm:presLayoutVars>
          <dgm:dir/>
          <dgm:resizeHandles val="exact"/>
        </dgm:presLayoutVars>
      </dgm:prSet>
      <dgm:spPr/>
    </dgm:pt>
    <dgm:pt modelId="{F96853F2-2DBB-E945-B930-BF8588310D2F}" type="pres">
      <dgm:prSet presAssocID="{2AB9C984-76F4-7645-B7CC-991577DDCB1D}" presName="node" presStyleLbl="node1" presStyleIdx="0" presStyleCnt="10">
        <dgm:presLayoutVars>
          <dgm:bulletEnabled val="1"/>
        </dgm:presLayoutVars>
      </dgm:prSet>
      <dgm:spPr/>
    </dgm:pt>
    <dgm:pt modelId="{C22761B4-1C44-4449-A6D8-866847BDFCDF}" type="pres">
      <dgm:prSet presAssocID="{B69E0CE2-975D-5444-84FE-4EF40EF22530}" presName="sibTrans" presStyleLbl="sibTrans2D1" presStyleIdx="0" presStyleCnt="9"/>
      <dgm:spPr/>
    </dgm:pt>
    <dgm:pt modelId="{000636B1-BF40-E649-A56E-62BF0A681F10}" type="pres">
      <dgm:prSet presAssocID="{B69E0CE2-975D-5444-84FE-4EF40EF22530}" presName="connectorText" presStyleLbl="sibTrans2D1" presStyleIdx="0" presStyleCnt="9"/>
      <dgm:spPr/>
    </dgm:pt>
    <dgm:pt modelId="{D0D43028-4BAF-074F-8E0B-7D6AE4122159}" type="pres">
      <dgm:prSet presAssocID="{43638595-F57C-AD46-9E32-150FE7921A98}" presName="node" presStyleLbl="node1" presStyleIdx="1" presStyleCnt="10">
        <dgm:presLayoutVars>
          <dgm:bulletEnabled val="1"/>
        </dgm:presLayoutVars>
      </dgm:prSet>
      <dgm:spPr/>
    </dgm:pt>
    <dgm:pt modelId="{749B2683-861D-EE44-985F-5A46D5429BF6}" type="pres">
      <dgm:prSet presAssocID="{C7895FD0-453A-FE4E-BB8C-F855997A2FC6}" presName="sibTrans" presStyleLbl="sibTrans2D1" presStyleIdx="1" presStyleCnt="9"/>
      <dgm:spPr/>
    </dgm:pt>
    <dgm:pt modelId="{53861DB6-61C6-7D4B-B490-450D5212D061}" type="pres">
      <dgm:prSet presAssocID="{C7895FD0-453A-FE4E-BB8C-F855997A2FC6}" presName="connectorText" presStyleLbl="sibTrans2D1" presStyleIdx="1" presStyleCnt="9"/>
      <dgm:spPr/>
    </dgm:pt>
    <dgm:pt modelId="{7BA062EB-07A5-8440-8C31-F20916CA8BCC}" type="pres">
      <dgm:prSet presAssocID="{70367082-2DDD-3B4A-8F29-72508EC04D29}" presName="node" presStyleLbl="node1" presStyleIdx="2" presStyleCnt="10">
        <dgm:presLayoutVars>
          <dgm:bulletEnabled val="1"/>
        </dgm:presLayoutVars>
      </dgm:prSet>
      <dgm:spPr/>
    </dgm:pt>
    <dgm:pt modelId="{2B6CD454-0B2D-BA47-A48A-3CC04817E675}" type="pres">
      <dgm:prSet presAssocID="{C8B7DA66-6600-0849-87B1-84EDD1B5FA05}" presName="sibTrans" presStyleLbl="sibTrans2D1" presStyleIdx="2" presStyleCnt="9"/>
      <dgm:spPr/>
    </dgm:pt>
    <dgm:pt modelId="{AA83125F-47D1-9642-8DB8-C8BEBBC3EF87}" type="pres">
      <dgm:prSet presAssocID="{C8B7DA66-6600-0849-87B1-84EDD1B5FA05}" presName="connectorText" presStyleLbl="sibTrans2D1" presStyleIdx="2" presStyleCnt="9"/>
      <dgm:spPr/>
    </dgm:pt>
    <dgm:pt modelId="{6BE9B592-79C6-0547-8AA4-F7C336C119F6}" type="pres">
      <dgm:prSet presAssocID="{64531633-71B4-0B42-9C29-EB980AF89393}" presName="node" presStyleLbl="node1" presStyleIdx="3" presStyleCnt="10">
        <dgm:presLayoutVars>
          <dgm:bulletEnabled val="1"/>
        </dgm:presLayoutVars>
      </dgm:prSet>
      <dgm:spPr/>
    </dgm:pt>
    <dgm:pt modelId="{1F504BC7-40A9-0541-99B7-3A79B1DC28D2}" type="pres">
      <dgm:prSet presAssocID="{34490C9F-806E-834C-A5A7-4F7C1C74FBAC}" presName="sibTrans" presStyleLbl="sibTrans2D1" presStyleIdx="3" presStyleCnt="9"/>
      <dgm:spPr/>
    </dgm:pt>
    <dgm:pt modelId="{146BE36E-949A-2F43-A83A-9BB2A9B0F919}" type="pres">
      <dgm:prSet presAssocID="{34490C9F-806E-834C-A5A7-4F7C1C74FBAC}" presName="connectorText" presStyleLbl="sibTrans2D1" presStyleIdx="3" presStyleCnt="9"/>
      <dgm:spPr/>
    </dgm:pt>
    <dgm:pt modelId="{F7F5B38E-230F-0B4F-8127-F89C1548E17B}" type="pres">
      <dgm:prSet presAssocID="{21EB565F-D364-FB44-B300-D096198161E6}" presName="node" presStyleLbl="node1" presStyleIdx="4" presStyleCnt="10">
        <dgm:presLayoutVars>
          <dgm:bulletEnabled val="1"/>
        </dgm:presLayoutVars>
      </dgm:prSet>
      <dgm:spPr/>
    </dgm:pt>
    <dgm:pt modelId="{C7168476-B74E-A94E-91BB-549ABAA75013}" type="pres">
      <dgm:prSet presAssocID="{882FA0A6-101B-7841-97A6-0877EBA08DA5}" presName="sibTrans" presStyleLbl="sibTrans2D1" presStyleIdx="4" presStyleCnt="9"/>
      <dgm:spPr/>
    </dgm:pt>
    <dgm:pt modelId="{3171EF7F-48C6-3749-B6D0-972C639F525E}" type="pres">
      <dgm:prSet presAssocID="{882FA0A6-101B-7841-97A6-0877EBA08DA5}" presName="connectorText" presStyleLbl="sibTrans2D1" presStyleIdx="4" presStyleCnt="9"/>
      <dgm:spPr/>
    </dgm:pt>
    <dgm:pt modelId="{305B4119-BED5-F648-ACB5-E4BA201833E6}" type="pres">
      <dgm:prSet presAssocID="{B5F0FD59-1763-B942-ACFE-00A1F9A3F385}" presName="node" presStyleLbl="node1" presStyleIdx="5" presStyleCnt="10">
        <dgm:presLayoutVars>
          <dgm:bulletEnabled val="1"/>
        </dgm:presLayoutVars>
      </dgm:prSet>
      <dgm:spPr/>
    </dgm:pt>
    <dgm:pt modelId="{08DCC042-B5F0-704E-AF24-8D3F930182E5}" type="pres">
      <dgm:prSet presAssocID="{E0F2C1F0-18E3-F547-8339-D70F8570ACB1}" presName="sibTrans" presStyleLbl="sibTrans2D1" presStyleIdx="5" presStyleCnt="9"/>
      <dgm:spPr/>
    </dgm:pt>
    <dgm:pt modelId="{13B7DA26-3947-5E46-B076-DFD59D7CC737}" type="pres">
      <dgm:prSet presAssocID="{E0F2C1F0-18E3-F547-8339-D70F8570ACB1}" presName="connectorText" presStyleLbl="sibTrans2D1" presStyleIdx="5" presStyleCnt="9"/>
      <dgm:spPr/>
    </dgm:pt>
    <dgm:pt modelId="{D450794D-92CF-F449-AD02-66748DD30C7D}" type="pres">
      <dgm:prSet presAssocID="{6912FBA2-7544-A042-9AFF-5225140C9F8A}" presName="node" presStyleLbl="node1" presStyleIdx="6" presStyleCnt="10">
        <dgm:presLayoutVars>
          <dgm:bulletEnabled val="1"/>
        </dgm:presLayoutVars>
      </dgm:prSet>
      <dgm:spPr/>
    </dgm:pt>
    <dgm:pt modelId="{84FF452D-9B71-234F-92AB-2B4E0C1EE72E}" type="pres">
      <dgm:prSet presAssocID="{DF265CCC-0AAD-C44E-828C-837EDA314E96}" presName="sibTrans" presStyleLbl="sibTrans2D1" presStyleIdx="6" presStyleCnt="9"/>
      <dgm:spPr/>
    </dgm:pt>
    <dgm:pt modelId="{ADFA25D5-A68B-284C-9431-9C59CC516DD1}" type="pres">
      <dgm:prSet presAssocID="{DF265CCC-0AAD-C44E-828C-837EDA314E96}" presName="connectorText" presStyleLbl="sibTrans2D1" presStyleIdx="6" presStyleCnt="9"/>
      <dgm:spPr/>
    </dgm:pt>
    <dgm:pt modelId="{760E580F-6BC5-054E-A496-6B1E6D06618C}" type="pres">
      <dgm:prSet presAssocID="{3DF8B025-407B-C24B-B396-D8C66CD575EA}" presName="node" presStyleLbl="node1" presStyleIdx="7" presStyleCnt="10">
        <dgm:presLayoutVars>
          <dgm:bulletEnabled val="1"/>
        </dgm:presLayoutVars>
      </dgm:prSet>
      <dgm:spPr/>
    </dgm:pt>
    <dgm:pt modelId="{5C74FB61-9A93-354A-85D0-8726AABF5385}" type="pres">
      <dgm:prSet presAssocID="{C7760B3A-DE4A-5845-BC6A-2CD03894C3C8}" presName="sibTrans" presStyleLbl="sibTrans2D1" presStyleIdx="7" presStyleCnt="9"/>
      <dgm:spPr/>
    </dgm:pt>
    <dgm:pt modelId="{EAB7361F-BD60-9F4F-8CEB-8835C020A4E4}" type="pres">
      <dgm:prSet presAssocID="{C7760B3A-DE4A-5845-BC6A-2CD03894C3C8}" presName="connectorText" presStyleLbl="sibTrans2D1" presStyleIdx="7" presStyleCnt="9"/>
      <dgm:spPr/>
    </dgm:pt>
    <dgm:pt modelId="{125918BA-9DC8-E84D-B749-46ED8064DFD9}" type="pres">
      <dgm:prSet presAssocID="{F201BA46-352E-6443-AB4E-6BFE9ED6AFB4}" presName="node" presStyleLbl="node1" presStyleIdx="8" presStyleCnt="10">
        <dgm:presLayoutVars>
          <dgm:bulletEnabled val="1"/>
        </dgm:presLayoutVars>
      </dgm:prSet>
      <dgm:spPr/>
    </dgm:pt>
    <dgm:pt modelId="{A98D83A2-B308-A54B-8E39-01D10259AF8D}" type="pres">
      <dgm:prSet presAssocID="{A939B388-7B1B-1C43-ADD0-5814886B821B}" presName="sibTrans" presStyleLbl="sibTrans2D1" presStyleIdx="8" presStyleCnt="9"/>
      <dgm:spPr/>
    </dgm:pt>
    <dgm:pt modelId="{F95B8E79-4304-5C40-B9FC-B0ECB484DFCC}" type="pres">
      <dgm:prSet presAssocID="{A939B388-7B1B-1C43-ADD0-5814886B821B}" presName="connectorText" presStyleLbl="sibTrans2D1" presStyleIdx="8" presStyleCnt="9"/>
      <dgm:spPr/>
    </dgm:pt>
    <dgm:pt modelId="{222E1E1F-B159-A647-973C-D2DD98223FCE}" type="pres">
      <dgm:prSet presAssocID="{86B13C19-6D3F-DD4C-BFC7-1F3B4557B8BA}" presName="node" presStyleLbl="node1" presStyleIdx="9" presStyleCnt="10">
        <dgm:presLayoutVars>
          <dgm:bulletEnabled val="1"/>
        </dgm:presLayoutVars>
      </dgm:prSet>
      <dgm:spPr/>
    </dgm:pt>
  </dgm:ptLst>
  <dgm:cxnLst>
    <dgm:cxn modelId="{15E5980E-387F-FB48-A089-36D28633E984}" type="presOf" srcId="{697DF425-6B13-6640-B800-B750F80E2085}" destId="{20FCA0F9-B653-0C42-8734-8866C997C923}" srcOrd="0" destOrd="0" presId="urn:microsoft.com/office/officeart/2005/8/layout/process1"/>
    <dgm:cxn modelId="{EA419F10-2AFF-AF47-ACCB-5F43B22D5E2A}" type="presOf" srcId="{34490C9F-806E-834C-A5A7-4F7C1C74FBAC}" destId="{146BE36E-949A-2F43-A83A-9BB2A9B0F919}" srcOrd="1" destOrd="0" presId="urn:microsoft.com/office/officeart/2005/8/layout/process1"/>
    <dgm:cxn modelId="{3D5D1C1C-8741-BB4D-86CC-BFA3DC9D12F2}" type="presOf" srcId="{C8B7DA66-6600-0849-87B1-84EDD1B5FA05}" destId="{AA83125F-47D1-9642-8DB8-C8BEBBC3EF87}" srcOrd="1" destOrd="0" presId="urn:microsoft.com/office/officeart/2005/8/layout/process1"/>
    <dgm:cxn modelId="{DE4ADB1E-AFBB-4D4C-A4EA-70DF3BC8A18C}" srcId="{697DF425-6B13-6640-B800-B750F80E2085}" destId="{64531633-71B4-0B42-9C29-EB980AF89393}" srcOrd="3" destOrd="0" parTransId="{91BE3431-DFE2-8F45-8874-F79ADDE53BB5}" sibTransId="{34490C9F-806E-834C-A5A7-4F7C1C74FBAC}"/>
    <dgm:cxn modelId="{D5B4B22D-FAF3-E94B-95F2-1B768F7A93AC}" type="presOf" srcId="{6912FBA2-7544-A042-9AFF-5225140C9F8A}" destId="{D450794D-92CF-F449-AD02-66748DD30C7D}" srcOrd="0" destOrd="0" presId="urn:microsoft.com/office/officeart/2005/8/layout/process1"/>
    <dgm:cxn modelId="{63E62C38-11B3-B74C-AC96-EE92A9AD0D9D}" type="presOf" srcId="{E0F2C1F0-18E3-F547-8339-D70F8570ACB1}" destId="{13B7DA26-3947-5E46-B076-DFD59D7CC737}" srcOrd="1" destOrd="0" presId="urn:microsoft.com/office/officeart/2005/8/layout/process1"/>
    <dgm:cxn modelId="{16193738-3410-E344-B37C-E079FA22897D}" type="presOf" srcId="{C7760B3A-DE4A-5845-BC6A-2CD03894C3C8}" destId="{5C74FB61-9A93-354A-85D0-8726AABF5385}" srcOrd="0" destOrd="0" presId="urn:microsoft.com/office/officeart/2005/8/layout/process1"/>
    <dgm:cxn modelId="{D6992B3C-508C-2349-A3A7-E8A86C2936CF}" type="presOf" srcId="{882FA0A6-101B-7841-97A6-0877EBA08DA5}" destId="{3171EF7F-48C6-3749-B6D0-972C639F525E}" srcOrd="1" destOrd="0" presId="urn:microsoft.com/office/officeart/2005/8/layout/process1"/>
    <dgm:cxn modelId="{25BB2C4F-339D-6F4A-B99E-02B8B9350DC1}" type="presOf" srcId="{64531633-71B4-0B42-9C29-EB980AF89393}" destId="{6BE9B592-79C6-0547-8AA4-F7C336C119F6}" srcOrd="0" destOrd="0" presId="urn:microsoft.com/office/officeart/2005/8/layout/process1"/>
    <dgm:cxn modelId="{792A3D52-E545-224B-AEA4-E1EC57ED1F23}" srcId="{697DF425-6B13-6640-B800-B750F80E2085}" destId="{B5F0FD59-1763-B942-ACFE-00A1F9A3F385}" srcOrd="5" destOrd="0" parTransId="{18C2CBFD-C0C7-FA48-BA21-EC4A2CCA09E8}" sibTransId="{E0F2C1F0-18E3-F547-8339-D70F8570ACB1}"/>
    <dgm:cxn modelId="{9716F852-199A-6240-B048-633F6B7AE770}" type="presOf" srcId="{C7760B3A-DE4A-5845-BC6A-2CD03894C3C8}" destId="{EAB7361F-BD60-9F4F-8CEB-8835C020A4E4}" srcOrd="1" destOrd="0" presId="urn:microsoft.com/office/officeart/2005/8/layout/process1"/>
    <dgm:cxn modelId="{1C429857-7C44-7A4A-94DE-081A33D9B3E2}" type="presOf" srcId="{C7895FD0-453A-FE4E-BB8C-F855997A2FC6}" destId="{53861DB6-61C6-7D4B-B490-450D5212D061}" srcOrd="1" destOrd="0" presId="urn:microsoft.com/office/officeart/2005/8/layout/process1"/>
    <dgm:cxn modelId="{01A65158-53DF-1A45-AB84-EC138B78891F}" type="presOf" srcId="{F201BA46-352E-6443-AB4E-6BFE9ED6AFB4}" destId="{125918BA-9DC8-E84D-B749-46ED8064DFD9}" srcOrd="0" destOrd="0" presId="urn:microsoft.com/office/officeart/2005/8/layout/process1"/>
    <dgm:cxn modelId="{E2F96F5B-E85B-8F4C-9AB8-8F3730F0E419}" type="presOf" srcId="{B5F0FD59-1763-B942-ACFE-00A1F9A3F385}" destId="{305B4119-BED5-F648-ACB5-E4BA201833E6}" srcOrd="0" destOrd="0" presId="urn:microsoft.com/office/officeart/2005/8/layout/process1"/>
    <dgm:cxn modelId="{CDF0DE5C-B4BD-EF4D-87C7-BDE5E1EDC8C4}" type="presOf" srcId="{34490C9F-806E-834C-A5A7-4F7C1C74FBAC}" destId="{1F504BC7-40A9-0541-99B7-3A79B1DC28D2}" srcOrd="0" destOrd="0" presId="urn:microsoft.com/office/officeart/2005/8/layout/process1"/>
    <dgm:cxn modelId="{A28D976A-CEBF-6546-8995-0102661A4FA6}" type="presOf" srcId="{B69E0CE2-975D-5444-84FE-4EF40EF22530}" destId="{C22761B4-1C44-4449-A6D8-866847BDFCDF}" srcOrd="0" destOrd="0" presId="urn:microsoft.com/office/officeart/2005/8/layout/process1"/>
    <dgm:cxn modelId="{55CC5B7A-45BD-EE4F-867F-F05540BCD468}" type="presOf" srcId="{C8B7DA66-6600-0849-87B1-84EDD1B5FA05}" destId="{2B6CD454-0B2D-BA47-A48A-3CC04817E675}" srcOrd="0" destOrd="0" presId="urn:microsoft.com/office/officeart/2005/8/layout/process1"/>
    <dgm:cxn modelId="{2FE0D97C-D001-9148-BF4B-38EF5976CAB6}" type="presOf" srcId="{2AB9C984-76F4-7645-B7CC-991577DDCB1D}" destId="{F96853F2-2DBB-E945-B930-BF8588310D2F}" srcOrd="0" destOrd="0" presId="urn:microsoft.com/office/officeart/2005/8/layout/process1"/>
    <dgm:cxn modelId="{0B0AED7C-06F9-2D41-94B3-D208ACB49E1A}" type="presOf" srcId="{A939B388-7B1B-1C43-ADD0-5814886B821B}" destId="{A98D83A2-B308-A54B-8E39-01D10259AF8D}" srcOrd="0" destOrd="0" presId="urn:microsoft.com/office/officeart/2005/8/layout/process1"/>
    <dgm:cxn modelId="{18141095-D5C9-474F-A8F0-2B78C37832BD}" srcId="{697DF425-6B13-6640-B800-B750F80E2085}" destId="{2AB9C984-76F4-7645-B7CC-991577DDCB1D}" srcOrd="0" destOrd="0" parTransId="{3A655679-6137-C641-AA88-E345890DB872}" sibTransId="{B69E0CE2-975D-5444-84FE-4EF40EF22530}"/>
    <dgm:cxn modelId="{E6053795-0CFF-184E-87DD-AEE3010B8F32}" srcId="{697DF425-6B13-6640-B800-B750F80E2085}" destId="{6912FBA2-7544-A042-9AFF-5225140C9F8A}" srcOrd="6" destOrd="0" parTransId="{56A43096-C870-304A-B897-3C13F8A4E690}" sibTransId="{DF265CCC-0AAD-C44E-828C-837EDA314E96}"/>
    <dgm:cxn modelId="{515C7E99-C1F3-BC47-951B-734C65AFB1B9}" type="presOf" srcId="{43638595-F57C-AD46-9E32-150FE7921A98}" destId="{D0D43028-4BAF-074F-8E0B-7D6AE4122159}" srcOrd="0" destOrd="0" presId="urn:microsoft.com/office/officeart/2005/8/layout/process1"/>
    <dgm:cxn modelId="{DCADED9C-7B2A-C744-97EF-4F007D556A8E}" type="presOf" srcId="{86B13C19-6D3F-DD4C-BFC7-1F3B4557B8BA}" destId="{222E1E1F-B159-A647-973C-D2DD98223FCE}" srcOrd="0" destOrd="0" presId="urn:microsoft.com/office/officeart/2005/8/layout/process1"/>
    <dgm:cxn modelId="{C595159D-99DD-334F-85F8-9F8B7C3281E5}" type="presOf" srcId="{E0F2C1F0-18E3-F547-8339-D70F8570ACB1}" destId="{08DCC042-B5F0-704E-AF24-8D3F930182E5}" srcOrd="0" destOrd="0" presId="urn:microsoft.com/office/officeart/2005/8/layout/process1"/>
    <dgm:cxn modelId="{9F05BC9E-E9A8-6244-9DDB-9EB9708197E5}" srcId="{697DF425-6B13-6640-B800-B750F80E2085}" destId="{43638595-F57C-AD46-9E32-150FE7921A98}" srcOrd="1" destOrd="0" parTransId="{D547EF98-401B-6745-853F-534166E74922}" sibTransId="{C7895FD0-453A-FE4E-BB8C-F855997A2FC6}"/>
    <dgm:cxn modelId="{2A3B1AA0-0998-CA49-B222-920529BEB87B}" type="presOf" srcId="{882FA0A6-101B-7841-97A6-0877EBA08DA5}" destId="{C7168476-B74E-A94E-91BB-549ABAA75013}" srcOrd="0" destOrd="0" presId="urn:microsoft.com/office/officeart/2005/8/layout/process1"/>
    <dgm:cxn modelId="{2CCCBBAA-6A3E-CD43-8B02-B15D7B636291}" srcId="{697DF425-6B13-6640-B800-B750F80E2085}" destId="{70367082-2DDD-3B4A-8F29-72508EC04D29}" srcOrd="2" destOrd="0" parTransId="{3EB67638-9BB6-8F44-A892-DE41F0C9DD5E}" sibTransId="{C8B7DA66-6600-0849-87B1-84EDD1B5FA05}"/>
    <dgm:cxn modelId="{AFB3F0B2-C7E7-F446-A442-C6B89C20BE0E}" srcId="{697DF425-6B13-6640-B800-B750F80E2085}" destId="{F201BA46-352E-6443-AB4E-6BFE9ED6AFB4}" srcOrd="8" destOrd="0" parTransId="{EBBE650C-A975-EA44-844A-D423C7D0459C}" sibTransId="{A939B388-7B1B-1C43-ADD0-5814886B821B}"/>
    <dgm:cxn modelId="{2F7B06B6-4BA0-EB4D-A7DC-B7A841866AE6}" type="presOf" srcId="{3DF8B025-407B-C24B-B396-D8C66CD575EA}" destId="{760E580F-6BC5-054E-A496-6B1E6D06618C}" srcOrd="0" destOrd="0" presId="urn:microsoft.com/office/officeart/2005/8/layout/process1"/>
    <dgm:cxn modelId="{1CB24EBE-335B-0641-9A69-A953EA1F280C}" type="presOf" srcId="{DF265CCC-0AAD-C44E-828C-837EDA314E96}" destId="{84FF452D-9B71-234F-92AB-2B4E0C1EE72E}" srcOrd="0" destOrd="0" presId="urn:microsoft.com/office/officeart/2005/8/layout/process1"/>
    <dgm:cxn modelId="{B07B05BF-9FF1-EB48-9820-F91D03CF6012}" type="presOf" srcId="{DF265CCC-0AAD-C44E-828C-837EDA314E96}" destId="{ADFA25D5-A68B-284C-9431-9C59CC516DD1}" srcOrd="1" destOrd="0" presId="urn:microsoft.com/office/officeart/2005/8/layout/process1"/>
    <dgm:cxn modelId="{49A46ABF-EEC9-CA43-9D66-6270ABA3DC09}" srcId="{697DF425-6B13-6640-B800-B750F80E2085}" destId="{3DF8B025-407B-C24B-B396-D8C66CD575EA}" srcOrd="7" destOrd="0" parTransId="{7A94E9A2-70AA-5B43-AD22-96125E2EC8E4}" sibTransId="{C7760B3A-DE4A-5845-BC6A-2CD03894C3C8}"/>
    <dgm:cxn modelId="{87B999C3-C805-7147-ABA2-3A9C89535FF4}" type="presOf" srcId="{C7895FD0-453A-FE4E-BB8C-F855997A2FC6}" destId="{749B2683-861D-EE44-985F-5A46D5429BF6}" srcOrd="0" destOrd="0" presId="urn:microsoft.com/office/officeart/2005/8/layout/process1"/>
    <dgm:cxn modelId="{381FABE2-930B-D344-A1E1-133B1ED302A8}" type="presOf" srcId="{21EB565F-D364-FB44-B300-D096198161E6}" destId="{F7F5B38E-230F-0B4F-8127-F89C1548E17B}" srcOrd="0" destOrd="0" presId="urn:microsoft.com/office/officeart/2005/8/layout/process1"/>
    <dgm:cxn modelId="{4458DCE5-60AB-CF46-A160-E053EAB1F5B8}" srcId="{697DF425-6B13-6640-B800-B750F80E2085}" destId="{86B13C19-6D3F-DD4C-BFC7-1F3B4557B8BA}" srcOrd="9" destOrd="0" parTransId="{2EE94C37-5626-E144-9C22-028E7EDDABAE}" sibTransId="{7119C7F9-07E4-B34B-894F-2893A5B096C7}"/>
    <dgm:cxn modelId="{FB9B9DF3-D5D2-9A4A-B095-69FD14F2C8EE}" type="presOf" srcId="{70367082-2DDD-3B4A-8F29-72508EC04D29}" destId="{7BA062EB-07A5-8440-8C31-F20916CA8BCC}" srcOrd="0" destOrd="0" presId="urn:microsoft.com/office/officeart/2005/8/layout/process1"/>
    <dgm:cxn modelId="{F2E672F5-5BBB-A247-93CB-7A438EFB9726}" type="presOf" srcId="{B69E0CE2-975D-5444-84FE-4EF40EF22530}" destId="{000636B1-BF40-E649-A56E-62BF0A681F10}" srcOrd="1" destOrd="0" presId="urn:microsoft.com/office/officeart/2005/8/layout/process1"/>
    <dgm:cxn modelId="{89A833FB-BD92-7C44-A64B-39E3E9D2C5AB}" srcId="{697DF425-6B13-6640-B800-B750F80E2085}" destId="{21EB565F-D364-FB44-B300-D096198161E6}" srcOrd="4" destOrd="0" parTransId="{93F6552D-4F4A-B24E-8B6C-E03361E4FD92}" sibTransId="{882FA0A6-101B-7841-97A6-0877EBA08DA5}"/>
    <dgm:cxn modelId="{12D444FC-182C-854F-824D-BD33D88C3CF0}" type="presOf" srcId="{A939B388-7B1B-1C43-ADD0-5814886B821B}" destId="{F95B8E79-4304-5C40-B9FC-B0ECB484DFCC}" srcOrd="1" destOrd="0" presId="urn:microsoft.com/office/officeart/2005/8/layout/process1"/>
    <dgm:cxn modelId="{90FC0278-9526-7442-B323-B6A1E7011FE9}" type="presParOf" srcId="{20FCA0F9-B653-0C42-8734-8866C997C923}" destId="{F96853F2-2DBB-E945-B930-BF8588310D2F}" srcOrd="0" destOrd="0" presId="urn:microsoft.com/office/officeart/2005/8/layout/process1"/>
    <dgm:cxn modelId="{5B7992E0-231F-E54F-8D56-E3906869EAAA}" type="presParOf" srcId="{20FCA0F9-B653-0C42-8734-8866C997C923}" destId="{C22761B4-1C44-4449-A6D8-866847BDFCDF}" srcOrd="1" destOrd="0" presId="urn:microsoft.com/office/officeart/2005/8/layout/process1"/>
    <dgm:cxn modelId="{C5C89BED-99E0-114E-BC0A-11E4C8E349FD}" type="presParOf" srcId="{C22761B4-1C44-4449-A6D8-866847BDFCDF}" destId="{000636B1-BF40-E649-A56E-62BF0A681F10}" srcOrd="0" destOrd="0" presId="urn:microsoft.com/office/officeart/2005/8/layout/process1"/>
    <dgm:cxn modelId="{351CE0F5-6E30-0849-992D-67F3D179F425}" type="presParOf" srcId="{20FCA0F9-B653-0C42-8734-8866C997C923}" destId="{D0D43028-4BAF-074F-8E0B-7D6AE4122159}" srcOrd="2" destOrd="0" presId="urn:microsoft.com/office/officeart/2005/8/layout/process1"/>
    <dgm:cxn modelId="{727C3FAB-8A17-4646-BE2B-52A7C04D8129}" type="presParOf" srcId="{20FCA0F9-B653-0C42-8734-8866C997C923}" destId="{749B2683-861D-EE44-985F-5A46D5429BF6}" srcOrd="3" destOrd="0" presId="urn:microsoft.com/office/officeart/2005/8/layout/process1"/>
    <dgm:cxn modelId="{C7EE6A82-A2A9-BD40-B6A8-59F12DAE53D8}" type="presParOf" srcId="{749B2683-861D-EE44-985F-5A46D5429BF6}" destId="{53861DB6-61C6-7D4B-B490-450D5212D061}" srcOrd="0" destOrd="0" presId="urn:microsoft.com/office/officeart/2005/8/layout/process1"/>
    <dgm:cxn modelId="{745664A9-7883-3D43-9D03-A74F46B52055}" type="presParOf" srcId="{20FCA0F9-B653-0C42-8734-8866C997C923}" destId="{7BA062EB-07A5-8440-8C31-F20916CA8BCC}" srcOrd="4" destOrd="0" presId="urn:microsoft.com/office/officeart/2005/8/layout/process1"/>
    <dgm:cxn modelId="{2D47DD62-AFEA-3049-9553-3D36A93DF5BF}" type="presParOf" srcId="{20FCA0F9-B653-0C42-8734-8866C997C923}" destId="{2B6CD454-0B2D-BA47-A48A-3CC04817E675}" srcOrd="5" destOrd="0" presId="urn:microsoft.com/office/officeart/2005/8/layout/process1"/>
    <dgm:cxn modelId="{E6394FF2-D82D-AA40-9608-278DEA1D4E14}" type="presParOf" srcId="{2B6CD454-0B2D-BA47-A48A-3CC04817E675}" destId="{AA83125F-47D1-9642-8DB8-C8BEBBC3EF87}" srcOrd="0" destOrd="0" presId="urn:microsoft.com/office/officeart/2005/8/layout/process1"/>
    <dgm:cxn modelId="{7A3777CB-D095-2D40-B7C9-E80F21D1FE82}" type="presParOf" srcId="{20FCA0F9-B653-0C42-8734-8866C997C923}" destId="{6BE9B592-79C6-0547-8AA4-F7C336C119F6}" srcOrd="6" destOrd="0" presId="urn:microsoft.com/office/officeart/2005/8/layout/process1"/>
    <dgm:cxn modelId="{07826CF1-AF04-1A40-8D83-51A9F32915B7}" type="presParOf" srcId="{20FCA0F9-B653-0C42-8734-8866C997C923}" destId="{1F504BC7-40A9-0541-99B7-3A79B1DC28D2}" srcOrd="7" destOrd="0" presId="urn:microsoft.com/office/officeart/2005/8/layout/process1"/>
    <dgm:cxn modelId="{2F27184C-1315-4B44-8E77-EBB4DE15137B}" type="presParOf" srcId="{1F504BC7-40A9-0541-99B7-3A79B1DC28D2}" destId="{146BE36E-949A-2F43-A83A-9BB2A9B0F919}" srcOrd="0" destOrd="0" presId="urn:microsoft.com/office/officeart/2005/8/layout/process1"/>
    <dgm:cxn modelId="{11E20FD4-7FF0-2440-BFC0-49A23626AE9E}" type="presParOf" srcId="{20FCA0F9-B653-0C42-8734-8866C997C923}" destId="{F7F5B38E-230F-0B4F-8127-F89C1548E17B}" srcOrd="8" destOrd="0" presId="urn:microsoft.com/office/officeart/2005/8/layout/process1"/>
    <dgm:cxn modelId="{4C5FCCE1-F5ED-8442-8151-F31123D1D600}" type="presParOf" srcId="{20FCA0F9-B653-0C42-8734-8866C997C923}" destId="{C7168476-B74E-A94E-91BB-549ABAA75013}" srcOrd="9" destOrd="0" presId="urn:microsoft.com/office/officeart/2005/8/layout/process1"/>
    <dgm:cxn modelId="{B4647C6D-BF26-0444-A3B3-499FFF8D2D9E}" type="presParOf" srcId="{C7168476-B74E-A94E-91BB-549ABAA75013}" destId="{3171EF7F-48C6-3749-B6D0-972C639F525E}" srcOrd="0" destOrd="0" presId="urn:microsoft.com/office/officeart/2005/8/layout/process1"/>
    <dgm:cxn modelId="{B93D46A9-6A8E-F74C-BE06-B402E7D568FC}" type="presParOf" srcId="{20FCA0F9-B653-0C42-8734-8866C997C923}" destId="{305B4119-BED5-F648-ACB5-E4BA201833E6}" srcOrd="10" destOrd="0" presId="urn:microsoft.com/office/officeart/2005/8/layout/process1"/>
    <dgm:cxn modelId="{4CBF6579-C0DB-C646-B12B-29B104F286AF}" type="presParOf" srcId="{20FCA0F9-B653-0C42-8734-8866C997C923}" destId="{08DCC042-B5F0-704E-AF24-8D3F930182E5}" srcOrd="11" destOrd="0" presId="urn:microsoft.com/office/officeart/2005/8/layout/process1"/>
    <dgm:cxn modelId="{81B718F2-E4F1-134E-A7A5-69148BC2A646}" type="presParOf" srcId="{08DCC042-B5F0-704E-AF24-8D3F930182E5}" destId="{13B7DA26-3947-5E46-B076-DFD59D7CC737}" srcOrd="0" destOrd="0" presId="urn:microsoft.com/office/officeart/2005/8/layout/process1"/>
    <dgm:cxn modelId="{2F94A7B4-31F9-1441-AE40-D986983DEFB1}" type="presParOf" srcId="{20FCA0F9-B653-0C42-8734-8866C997C923}" destId="{D450794D-92CF-F449-AD02-66748DD30C7D}" srcOrd="12" destOrd="0" presId="urn:microsoft.com/office/officeart/2005/8/layout/process1"/>
    <dgm:cxn modelId="{CA004674-E1F9-BD43-A88E-E7459F78C23D}" type="presParOf" srcId="{20FCA0F9-B653-0C42-8734-8866C997C923}" destId="{84FF452D-9B71-234F-92AB-2B4E0C1EE72E}" srcOrd="13" destOrd="0" presId="urn:microsoft.com/office/officeart/2005/8/layout/process1"/>
    <dgm:cxn modelId="{C2897EB7-1FBB-BD48-BCDF-DC8CA8D520A3}" type="presParOf" srcId="{84FF452D-9B71-234F-92AB-2B4E0C1EE72E}" destId="{ADFA25D5-A68B-284C-9431-9C59CC516DD1}" srcOrd="0" destOrd="0" presId="urn:microsoft.com/office/officeart/2005/8/layout/process1"/>
    <dgm:cxn modelId="{FD5666C5-856C-EE4A-9FBC-E56EDFCED303}" type="presParOf" srcId="{20FCA0F9-B653-0C42-8734-8866C997C923}" destId="{760E580F-6BC5-054E-A496-6B1E6D06618C}" srcOrd="14" destOrd="0" presId="urn:microsoft.com/office/officeart/2005/8/layout/process1"/>
    <dgm:cxn modelId="{7CD7BB8D-4352-D147-B745-96B6E021784A}" type="presParOf" srcId="{20FCA0F9-B653-0C42-8734-8866C997C923}" destId="{5C74FB61-9A93-354A-85D0-8726AABF5385}" srcOrd="15" destOrd="0" presId="urn:microsoft.com/office/officeart/2005/8/layout/process1"/>
    <dgm:cxn modelId="{85F059C7-723F-E14C-81C4-238260123685}" type="presParOf" srcId="{5C74FB61-9A93-354A-85D0-8726AABF5385}" destId="{EAB7361F-BD60-9F4F-8CEB-8835C020A4E4}" srcOrd="0" destOrd="0" presId="urn:microsoft.com/office/officeart/2005/8/layout/process1"/>
    <dgm:cxn modelId="{BB8CDD29-A860-1644-A39D-CEAEF048F89A}" type="presParOf" srcId="{20FCA0F9-B653-0C42-8734-8866C997C923}" destId="{125918BA-9DC8-E84D-B749-46ED8064DFD9}" srcOrd="16" destOrd="0" presId="urn:microsoft.com/office/officeart/2005/8/layout/process1"/>
    <dgm:cxn modelId="{4935BDA8-D280-9F49-B167-D8D2D4F8F729}" type="presParOf" srcId="{20FCA0F9-B653-0C42-8734-8866C997C923}" destId="{A98D83A2-B308-A54B-8E39-01D10259AF8D}" srcOrd="17" destOrd="0" presId="urn:microsoft.com/office/officeart/2005/8/layout/process1"/>
    <dgm:cxn modelId="{78CA4177-C37D-6C42-92E0-3D27425E0CDE}" type="presParOf" srcId="{A98D83A2-B308-A54B-8E39-01D10259AF8D}" destId="{F95B8E79-4304-5C40-B9FC-B0ECB484DFCC}" srcOrd="0" destOrd="0" presId="urn:microsoft.com/office/officeart/2005/8/layout/process1"/>
    <dgm:cxn modelId="{EB7B6509-62EC-E243-B0BA-2B2D063512A2}" type="presParOf" srcId="{20FCA0F9-B653-0C42-8734-8866C997C923}" destId="{222E1E1F-B159-A647-973C-D2DD98223FCE}" srcOrd="1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44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97DF425-6B13-6640-B800-B750F80E2085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B9C984-76F4-7645-B7CC-991577DDCB1D}">
      <dgm:prSet/>
      <dgm:spPr/>
      <dgm:t>
        <a:bodyPr/>
        <a:lstStyle/>
        <a:p>
          <a:r>
            <a:rPr lang="en-US" b="0" i="0"/>
            <a:t>M </a:t>
          </a:r>
          <a:endParaRPr lang="en-US"/>
        </a:p>
      </dgm:t>
    </dgm:pt>
    <dgm:pt modelId="{3A655679-6137-C641-AA88-E345890DB872}" type="parTrans" cxnId="{18141095-D5C9-474F-A8F0-2B78C37832BD}">
      <dgm:prSet/>
      <dgm:spPr/>
      <dgm:t>
        <a:bodyPr/>
        <a:lstStyle/>
        <a:p>
          <a:endParaRPr lang="en-US"/>
        </a:p>
      </dgm:t>
    </dgm:pt>
    <dgm:pt modelId="{B69E0CE2-975D-5444-84FE-4EF40EF22530}" type="sibTrans" cxnId="{18141095-D5C9-474F-A8F0-2B78C37832BD}">
      <dgm:prSet/>
      <dgm:spPr/>
      <dgm:t>
        <a:bodyPr/>
        <a:lstStyle/>
        <a:p>
          <a:endParaRPr lang="en-US"/>
        </a:p>
      </dgm:t>
    </dgm:pt>
    <dgm:pt modelId="{43638595-F57C-AD46-9E32-150FE7921A98}">
      <dgm:prSet/>
      <dgm:spPr/>
      <dgm:t>
        <a:bodyPr/>
        <a:lstStyle/>
        <a:p>
          <a:r>
            <a:rPr lang="en-US" b="0" i="0" dirty="0"/>
            <a:t>T </a:t>
          </a:r>
          <a:endParaRPr lang="en-US" dirty="0"/>
        </a:p>
      </dgm:t>
    </dgm:pt>
    <dgm:pt modelId="{D547EF98-401B-6745-853F-534166E74922}" type="parTrans" cxnId="{9F05BC9E-E9A8-6244-9DDB-9EB9708197E5}">
      <dgm:prSet/>
      <dgm:spPr/>
      <dgm:t>
        <a:bodyPr/>
        <a:lstStyle/>
        <a:p>
          <a:endParaRPr lang="en-US"/>
        </a:p>
      </dgm:t>
    </dgm:pt>
    <dgm:pt modelId="{C7895FD0-453A-FE4E-BB8C-F855997A2FC6}" type="sibTrans" cxnId="{9F05BC9E-E9A8-6244-9DDB-9EB9708197E5}">
      <dgm:prSet/>
      <dgm:spPr/>
      <dgm:t>
        <a:bodyPr/>
        <a:lstStyle/>
        <a:p>
          <a:endParaRPr lang="en-US"/>
        </a:p>
      </dgm:t>
    </dgm:pt>
    <dgm:pt modelId="{70367082-2DDD-3B4A-8F29-72508EC04D29}">
      <dgm:prSet/>
      <dgm:spPr/>
      <dgm:t>
        <a:bodyPr/>
        <a:lstStyle/>
        <a:p>
          <a:r>
            <a:rPr lang="en-US" b="0" i="0"/>
            <a:t>I </a:t>
          </a:r>
          <a:endParaRPr lang="en-US"/>
        </a:p>
      </dgm:t>
    </dgm:pt>
    <dgm:pt modelId="{3EB67638-9BB6-8F44-A892-DE41F0C9DD5E}" type="parTrans" cxnId="{2CCCBBAA-6A3E-CD43-8B02-B15D7B636291}">
      <dgm:prSet/>
      <dgm:spPr/>
      <dgm:t>
        <a:bodyPr/>
        <a:lstStyle/>
        <a:p>
          <a:endParaRPr lang="en-US"/>
        </a:p>
      </dgm:t>
    </dgm:pt>
    <dgm:pt modelId="{C8B7DA66-6600-0849-87B1-84EDD1B5FA05}" type="sibTrans" cxnId="{2CCCBBAA-6A3E-CD43-8B02-B15D7B636291}">
      <dgm:prSet/>
      <dgm:spPr/>
      <dgm:t>
        <a:bodyPr/>
        <a:lstStyle/>
        <a:p>
          <a:endParaRPr lang="en-US"/>
        </a:p>
      </dgm:t>
    </dgm:pt>
    <dgm:pt modelId="{64531633-71B4-0B42-9C29-EB980AF89393}">
      <dgm:prSet/>
      <dgm:spPr>
        <a:solidFill>
          <a:srgbClr val="FF2600"/>
        </a:solidFill>
      </dgm:spPr>
      <dgm:t>
        <a:bodyPr/>
        <a:lstStyle/>
        <a:p>
          <a:r>
            <a:rPr lang="en-US" b="0" i="0" dirty="0"/>
            <a:t>P </a:t>
          </a:r>
          <a:endParaRPr lang="en-US" dirty="0"/>
        </a:p>
      </dgm:t>
    </dgm:pt>
    <dgm:pt modelId="{91BE3431-DFE2-8F45-8874-F79ADDE53BB5}" type="parTrans" cxnId="{DE4ADB1E-AFBB-4D4C-A4EA-70DF3BC8A18C}">
      <dgm:prSet/>
      <dgm:spPr/>
      <dgm:t>
        <a:bodyPr/>
        <a:lstStyle/>
        <a:p>
          <a:endParaRPr lang="en-US"/>
        </a:p>
      </dgm:t>
    </dgm:pt>
    <dgm:pt modelId="{34490C9F-806E-834C-A5A7-4F7C1C74FBAC}" type="sibTrans" cxnId="{DE4ADB1E-AFBB-4D4C-A4EA-70DF3BC8A18C}">
      <dgm:prSet/>
      <dgm:spPr/>
      <dgm:t>
        <a:bodyPr/>
        <a:lstStyle/>
        <a:p>
          <a:endParaRPr lang="en-US"/>
        </a:p>
      </dgm:t>
    </dgm:pt>
    <dgm:pt modelId="{21EB565F-D364-FB44-B300-D096198161E6}">
      <dgm:prSet/>
      <dgm:spPr/>
      <dgm:t>
        <a:bodyPr/>
        <a:lstStyle/>
        <a:p>
          <a:r>
            <a:rPr lang="en-US" b="0" i="0"/>
            <a:t>F </a:t>
          </a:r>
          <a:endParaRPr lang="en-US"/>
        </a:p>
      </dgm:t>
    </dgm:pt>
    <dgm:pt modelId="{93F6552D-4F4A-B24E-8B6C-E03361E4FD92}" type="parTrans" cxnId="{89A833FB-BD92-7C44-A64B-39E3E9D2C5AB}">
      <dgm:prSet/>
      <dgm:spPr/>
      <dgm:t>
        <a:bodyPr/>
        <a:lstStyle/>
        <a:p>
          <a:endParaRPr lang="en-US"/>
        </a:p>
      </dgm:t>
    </dgm:pt>
    <dgm:pt modelId="{882FA0A6-101B-7841-97A6-0877EBA08DA5}" type="sibTrans" cxnId="{89A833FB-BD92-7C44-A64B-39E3E9D2C5AB}">
      <dgm:prSet/>
      <dgm:spPr/>
      <dgm:t>
        <a:bodyPr/>
        <a:lstStyle/>
        <a:p>
          <a:endParaRPr lang="en-US"/>
        </a:p>
      </dgm:t>
    </dgm:pt>
    <dgm:pt modelId="{B5F0FD59-1763-B942-ACFE-00A1F9A3F385}">
      <dgm:prSet/>
      <dgm:spPr/>
      <dgm:t>
        <a:bodyPr/>
        <a:lstStyle/>
        <a:p>
          <a:r>
            <a:rPr lang="en-US" b="0" i="0"/>
            <a:t>L </a:t>
          </a:r>
          <a:endParaRPr lang="en-US"/>
        </a:p>
      </dgm:t>
    </dgm:pt>
    <dgm:pt modelId="{18C2CBFD-C0C7-FA48-BA21-EC4A2CCA09E8}" type="parTrans" cxnId="{792A3D52-E545-224B-AEA4-E1EC57ED1F23}">
      <dgm:prSet/>
      <dgm:spPr/>
      <dgm:t>
        <a:bodyPr/>
        <a:lstStyle/>
        <a:p>
          <a:endParaRPr lang="en-US"/>
        </a:p>
      </dgm:t>
    </dgm:pt>
    <dgm:pt modelId="{E0F2C1F0-18E3-F547-8339-D70F8570ACB1}" type="sibTrans" cxnId="{792A3D52-E545-224B-AEA4-E1EC57ED1F23}">
      <dgm:prSet/>
      <dgm:spPr/>
      <dgm:t>
        <a:bodyPr/>
        <a:lstStyle/>
        <a:p>
          <a:endParaRPr lang="en-US"/>
        </a:p>
      </dgm:t>
    </dgm:pt>
    <dgm:pt modelId="{6912FBA2-7544-A042-9AFF-5225140C9F8A}">
      <dgm:prSet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b="0" i="0" dirty="0"/>
            <a:t>V </a:t>
          </a:r>
          <a:endParaRPr lang="en-US" dirty="0"/>
        </a:p>
      </dgm:t>
    </dgm:pt>
    <dgm:pt modelId="{56A43096-C870-304A-B897-3C13F8A4E690}" type="parTrans" cxnId="{E6053795-0CFF-184E-87DD-AEE3010B8F32}">
      <dgm:prSet/>
      <dgm:spPr/>
      <dgm:t>
        <a:bodyPr/>
        <a:lstStyle/>
        <a:p>
          <a:endParaRPr lang="en-US"/>
        </a:p>
      </dgm:t>
    </dgm:pt>
    <dgm:pt modelId="{DF265CCC-0AAD-C44E-828C-837EDA314E96}" type="sibTrans" cxnId="{E6053795-0CFF-184E-87DD-AEE3010B8F32}">
      <dgm:prSet/>
      <dgm:spPr/>
      <dgm:t>
        <a:bodyPr/>
        <a:lstStyle/>
        <a:p>
          <a:endParaRPr lang="en-US"/>
        </a:p>
      </dgm:t>
    </dgm:pt>
    <dgm:pt modelId="{3DF8B025-407B-C24B-B396-D8C66CD575EA}">
      <dgm:prSet/>
      <dgm:spPr/>
      <dgm:t>
        <a:bodyPr/>
        <a:lstStyle/>
        <a:p>
          <a:r>
            <a:rPr lang="en-US" b="0" i="0" dirty="0"/>
            <a:t>W </a:t>
          </a:r>
          <a:endParaRPr lang="en-US" dirty="0"/>
        </a:p>
      </dgm:t>
    </dgm:pt>
    <dgm:pt modelId="{7A94E9A2-70AA-5B43-AD22-96125E2EC8E4}" type="parTrans" cxnId="{49A46ABF-EEC9-CA43-9D66-6270ABA3DC09}">
      <dgm:prSet/>
      <dgm:spPr/>
      <dgm:t>
        <a:bodyPr/>
        <a:lstStyle/>
        <a:p>
          <a:endParaRPr lang="en-US"/>
        </a:p>
      </dgm:t>
    </dgm:pt>
    <dgm:pt modelId="{C7760B3A-DE4A-5845-BC6A-2CD03894C3C8}" type="sibTrans" cxnId="{49A46ABF-EEC9-CA43-9D66-6270ABA3DC09}">
      <dgm:prSet/>
      <dgm:spPr/>
      <dgm:t>
        <a:bodyPr/>
        <a:lstStyle/>
        <a:p>
          <a:endParaRPr lang="en-US"/>
        </a:p>
      </dgm:t>
    </dgm:pt>
    <dgm:pt modelId="{F201BA46-352E-6443-AB4E-6BFE9ED6AFB4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0" i="0" dirty="0"/>
            <a:t>Q </a:t>
          </a:r>
          <a:endParaRPr lang="en-US" dirty="0"/>
        </a:p>
      </dgm:t>
    </dgm:pt>
    <dgm:pt modelId="{EBBE650C-A975-EA44-844A-D423C7D0459C}" type="parTrans" cxnId="{AFB3F0B2-C7E7-F446-A442-C6B89C20BE0E}">
      <dgm:prSet/>
      <dgm:spPr/>
      <dgm:t>
        <a:bodyPr/>
        <a:lstStyle/>
        <a:p>
          <a:endParaRPr lang="en-US"/>
        </a:p>
      </dgm:t>
    </dgm:pt>
    <dgm:pt modelId="{A939B388-7B1B-1C43-ADD0-5814886B821B}" type="sibTrans" cxnId="{AFB3F0B2-C7E7-F446-A442-C6B89C20BE0E}">
      <dgm:prSet/>
      <dgm:spPr/>
      <dgm:t>
        <a:bodyPr/>
        <a:lstStyle/>
        <a:p>
          <a:endParaRPr lang="en-US"/>
        </a:p>
      </dgm:t>
    </dgm:pt>
    <dgm:pt modelId="{86B13C19-6D3F-DD4C-BFC7-1F3B4557B8BA}">
      <dgm:prSet/>
      <dgm:spPr/>
      <dgm:t>
        <a:bodyPr/>
        <a:lstStyle/>
        <a:p>
          <a:r>
            <a:rPr lang="en-US" b="0" i="0"/>
            <a:t>I</a:t>
          </a:r>
          <a:endParaRPr lang="en-US"/>
        </a:p>
      </dgm:t>
    </dgm:pt>
    <dgm:pt modelId="{2EE94C37-5626-E144-9C22-028E7EDDABAE}" type="parTrans" cxnId="{4458DCE5-60AB-CF46-A160-E053EAB1F5B8}">
      <dgm:prSet/>
      <dgm:spPr/>
      <dgm:t>
        <a:bodyPr/>
        <a:lstStyle/>
        <a:p>
          <a:endParaRPr lang="en-US"/>
        </a:p>
      </dgm:t>
    </dgm:pt>
    <dgm:pt modelId="{7119C7F9-07E4-B34B-894F-2893A5B096C7}" type="sibTrans" cxnId="{4458DCE5-60AB-CF46-A160-E053EAB1F5B8}">
      <dgm:prSet/>
      <dgm:spPr/>
      <dgm:t>
        <a:bodyPr/>
        <a:lstStyle/>
        <a:p>
          <a:endParaRPr lang="en-US"/>
        </a:p>
      </dgm:t>
    </dgm:pt>
    <dgm:pt modelId="{20FCA0F9-B653-0C42-8734-8866C997C923}" type="pres">
      <dgm:prSet presAssocID="{697DF425-6B13-6640-B800-B750F80E2085}" presName="Name0" presStyleCnt="0">
        <dgm:presLayoutVars>
          <dgm:dir/>
          <dgm:resizeHandles val="exact"/>
        </dgm:presLayoutVars>
      </dgm:prSet>
      <dgm:spPr/>
    </dgm:pt>
    <dgm:pt modelId="{F96853F2-2DBB-E945-B930-BF8588310D2F}" type="pres">
      <dgm:prSet presAssocID="{2AB9C984-76F4-7645-B7CC-991577DDCB1D}" presName="node" presStyleLbl="node1" presStyleIdx="0" presStyleCnt="10">
        <dgm:presLayoutVars>
          <dgm:bulletEnabled val="1"/>
        </dgm:presLayoutVars>
      </dgm:prSet>
      <dgm:spPr/>
    </dgm:pt>
    <dgm:pt modelId="{C22761B4-1C44-4449-A6D8-866847BDFCDF}" type="pres">
      <dgm:prSet presAssocID="{B69E0CE2-975D-5444-84FE-4EF40EF22530}" presName="sibTrans" presStyleLbl="sibTrans2D1" presStyleIdx="0" presStyleCnt="9"/>
      <dgm:spPr/>
    </dgm:pt>
    <dgm:pt modelId="{000636B1-BF40-E649-A56E-62BF0A681F10}" type="pres">
      <dgm:prSet presAssocID="{B69E0CE2-975D-5444-84FE-4EF40EF22530}" presName="connectorText" presStyleLbl="sibTrans2D1" presStyleIdx="0" presStyleCnt="9"/>
      <dgm:spPr/>
    </dgm:pt>
    <dgm:pt modelId="{D0D43028-4BAF-074F-8E0B-7D6AE4122159}" type="pres">
      <dgm:prSet presAssocID="{43638595-F57C-AD46-9E32-150FE7921A98}" presName="node" presStyleLbl="node1" presStyleIdx="1" presStyleCnt="10">
        <dgm:presLayoutVars>
          <dgm:bulletEnabled val="1"/>
        </dgm:presLayoutVars>
      </dgm:prSet>
      <dgm:spPr/>
    </dgm:pt>
    <dgm:pt modelId="{749B2683-861D-EE44-985F-5A46D5429BF6}" type="pres">
      <dgm:prSet presAssocID="{C7895FD0-453A-FE4E-BB8C-F855997A2FC6}" presName="sibTrans" presStyleLbl="sibTrans2D1" presStyleIdx="1" presStyleCnt="9"/>
      <dgm:spPr/>
    </dgm:pt>
    <dgm:pt modelId="{53861DB6-61C6-7D4B-B490-450D5212D061}" type="pres">
      <dgm:prSet presAssocID="{C7895FD0-453A-FE4E-BB8C-F855997A2FC6}" presName="connectorText" presStyleLbl="sibTrans2D1" presStyleIdx="1" presStyleCnt="9"/>
      <dgm:spPr/>
    </dgm:pt>
    <dgm:pt modelId="{7BA062EB-07A5-8440-8C31-F20916CA8BCC}" type="pres">
      <dgm:prSet presAssocID="{70367082-2DDD-3B4A-8F29-72508EC04D29}" presName="node" presStyleLbl="node1" presStyleIdx="2" presStyleCnt="10">
        <dgm:presLayoutVars>
          <dgm:bulletEnabled val="1"/>
        </dgm:presLayoutVars>
      </dgm:prSet>
      <dgm:spPr/>
    </dgm:pt>
    <dgm:pt modelId="{2B6CD454-0B2D-BA47-A48A-3CC04817E675}" type="pres">
      <dgm:prSet presAssocID="{C8B7DA66-6600-0849-87B1-84EDD1B5FA05}" presName="sibTrans" presStyleLbl="sibTrans2D1" presStyleIdx="2" presStyleCnt="9"/>
      <dgm:spPr/>
    </dgm:pt>
    <dgm:pt modelId="{AA83125F-47D1-9642-8DB8-C8BEBBC3EF87}" type="pres">
      <dgm:prSet presAssocID="{C8B7DA66-6600-0849-87B1-84EDD1B5FA05}" presName="connectorText" presStyleLbl="sibTrans2D1" presStyleIdx="2" presStyleCnt="9"/>
      <dgm:spPr/>
    </dgm:pt>
    <dgm:pt modelId="{6BE9B592-79C6-0547-8AA4-F7C336C119F6}" type="pres">
      <dgm:prSet presAssocID="{64531633-71B4-0B42-9C29-EB980AF89393}" presName="node" presStyleLbl="node1" presStyleIdx="3" presStyleCnt="10">
        <dgm:presLayoutVars>
          <dgm:bulletEnabled val="1"/>
        </dgm:presLayoutVars>
      </dgm:prSet>
      <dgm:spPr/>
    </dgm:pt>
    <dgm:pt modelId="{1F504BC7-40A9-0541-99B7-3A79B1DC28D2}" type="pres">
      <dgm:prSet presAssocID="{34490C9F-806E-834C-A5A7-4F7C1C74FBAC}" presName="sibTrans" presStyleLbl="sibTrans2D1" presStyleIdx="3" presStyleCnt="9"/>
      <dgm:spPr/>
    </dgm:pt>
    <dgm:pt modelId="{146BE36E-949A-2F43-A83A-9BB2A9B0F919}" type="pres">
      <dgm:prSet presAssocID="{34490C9F-806E-834C-A5A7-4F7C1C74FBAC}" presName="connectorText" presStyleLbl="sibTrans2D1" presStyleIdx="3" presStyleCnt="9"/>
      <dgm:spPr/>
    </dgm:pt>
    <dgm:pt modelId="{F7F5B38E-230F-0B4F-8127-F89C1548E17B}" type="pres">
      <dgm:prSet presAssocID="{21EB565F-D364-FB44-B300-D096198161E6}" presName="node" presStyleLbl="node1" presStyleIdx="4" presStyleCnt="10">
        <dgm:presLayoutVars>
          <dgm:bulletEnabled val="1"/>
        </dgm:presLayoutVars>
      </dgm:prSet>
      <dgm:spPr/>
    </dgm:pt>
    <dgm:pt modelId="{C7168476-B74E-A94E-91BB-549ABAA75013}" type="pres">
      <dgm:prSet presAssocID="{882FA0A6-101B-7841-97A6-0877EBA08DA5}" presName="sibTrans" presStyleLbl="sibTrans2D1" presStyleIdx="4" presStyleCnt="9"/>
      <dgm:spPr/>
    </dgm:pt>
    <dgm:pt modelId="{3171EF7F-48C6-3749-B6D0-972C639F525E}" type="pres">
      <dgm:prSet presAssocID="{882FA0A6-101B-7841-97A6-0877EBA08DA5}" presName="connectorText" presStyleLbl="sibTrans2D1" presStyleIdx="4" presStyleCnt="9"/>
      <dgm:spPr/>
    </dgm:pt>
    <dgm:pt modelId="{305B4119-BED5-F648-ACB5-E4BA201833E6}" type="pres">
      <dgm:prSet presAssocID="{B5F0FD59-1763-B942-ACFE-00A1F9A3F385}" presName="node" presStyleLbl="node1" presStyleIdx="5" presStyleCnt="10">
        <dgm:presLayoutVars>
          <dgm:bulletEnabled val="1"/>
        </dgm:presLayoutVars>
      </dgm:prSet>
      <dgm:spPr/>
    </dgm:pt>
    <dgm:pt modelId="{08DCC042-B5F0-704E-AF24-8D3F930182E5}" type="pres">
      <dgm:prSet presAssocID="{E0F2C1F0-18E3-F547-8339-D70F8570ACB1}" presName="sibTrans" presStyleLbl="sibTrans2D1" presStyleIdx="5" presStyleCnt="9"/>
      <dgm:spPr/>
    </dgm:pt>
    <dgm:pt modelId="{13B7DA26-3947-5E46-B076-DFD59D7CC737}" type="pres">
      <dgm:prSet presAssocID="{E0F2C1F0-18E3-F547-8339-D70F8570ACB1}" presName="connectorText" presStyleLbl="sibTrans2D1" presStyleIdx="5" presStyleCnt="9"/>
      <dgm:spPr/>
    </dgm:pt>
    <dgm:pt modelId="{D450794D-92CF-F449-AD02-66748DD30C7D}" type="pres">
      <dgm:prSet presAssocID="{6912FBA2-7544-A042-9AFF-5225140C9F8A}" presName="node" presStyleLbl="node1" presStyleIdx="6" presStyleCnt="10">
        <dgm:presLayoutVars>
          <dgm:bulletEnabled val="1"/>
        </dgm:presLayoutVars>
      </dgm:prSet>
      <dgm:spPr/>
    </dgm:pt>
    <dgm:pt modelId="{84FF452D-9B71-234F-92AB-2B4E0C1EE72E}" type="pres">
      <dgm:prSet presAssocID="{DF265CCC-0AAD-C44E-828C-837EDA314E96}" presName="sibTrans" presStyleLbl="sibTrans2D1" presStyleIdx="6" presStyleCnt="9"/>
      <dgm:spPr/>
    </dgm:pt>
    <dgm:pt modelId="{ADFA25D5-A68B-284C-9431-9C59CC516DD1}" type="pres">
      <dgm:prSet presAssocID="{DF265CCC-0AAD-C44E-828C-837EDA314E96}" presName="connectorText" presStyleLbl="sibTrans2D1" presStyleIdx="6" presStyleCnt="9"/>
      <dgm:spPr/>
    </dgm:pt>
    <dgm:pt modelId="{760E580F-6BC5-054E-A496-6B1E6D06618C}" type="pres">
      <dgm:prSet presAssocID="{3DF8B025-407B-C24B-B396-D8C66CD575EA}" presName="node" presStyleLbl="node1" presStyleIdx="7" presStyleCnt="10">
        <dgm:presLayoutVars>
          <dgm:bulletEnabled val="1"/>
        </dgm:presLayoutVars>
      </dgm:prSet>
      <dgm:spPr/>
    </dgm:pt>
    <dgm:pt modelId="{5C74FB61-9A93-354A-85D0-8726AABF5385}" type="pres">
      <dgm:prSet presAssocID="{C7760B3A-DE4A-5845-BC6A-2CD03894C3C8}" presName="sibTrans" presStyleLbl="sibTrans2D1" presStyleIdx="7" presStyleCnt="9"/>
      <dgm:spPr/>
    </dgm:pt>
    <dgm:pt modelId="{EAB7361F-BD60-9F4F-8CEB-8835C020A4E4}" type="pres">
      <dgm:prSet presAssocID="{C7760B3A-DE4A-5845-BC6A-2CD03894C3C8}" presName="connectorText" presStyleLbl="sibTrans2D1" presStyleIdx="7" presStyleCnt="9"/>
      <dgm:spPr/>
    </dgm:pt>
    <dgm:pt modelId="{125918BA-9DC8-E84D-B749-46ED8064DFD9}" type="pres">
      <dgm:prSet presAssocID="{F201BA46-352E-6443-AB4E-6BFE9ED6AFB4}" presName="node" presStyleLbl="node1" presStyleIdx="8" presStyleCnt="10">
        <dgm:presLayoutVars>
          <dgm:bulletEnabled val="1"/>
        </dgm:presLayoutVars>
      </dgm:prSet>
      <dgm:spPr/>
    </dgm:pt>
    <dgm:pt modelId="{A98D83A2-B308-A54B-8E39-01D10259AF8D}" type="pres">
      <dgm:prSet presAssocID="{A939B388-7B1B-1C43-ADD0-5814886B821B}" presName="sibTrans" presStyleLbl="sibTrans2D1" presStyleIdx="8" presStyleCnt="9"/>
      <dgm:spPr/>
    </dgm:pt>
    <dgm:pt modelId="{F95B8E79-4304-5C40-B9FC-B0ECB484DFCC}" type="pres">
      <dgm:prSet presAssocID="{A939B388-7B1B-1C43-ADD0-5814886B821B}" presName="connectorText" presStyleLbl="sibTrans2D1" presStyleIdx="8" presStyleCnt="9"/>
      <dgm:spPr/>
    </dgm:pt>
    <dgm:pt modelId="{222E1E1F-B159-A647-973C-D2DD98223FCE}" type="pres">
      <dgm:prSet presAssocID="{86B13C19-6D3F-DD4C-BFC7-1F3B4557B8BA}" presName="node" presStyleLbl="node1" presStyleIdx="9" presStyleCnt="10">
        <dgm:presLayoutVars>
          <dgm:bulletEnabled val="1"/>
        </dgm:presLayoutVars>
      </dgm:prSet>
      <dgm:spPr/>
    </dgm:pt>
  </dgm:ptLst>
  <dgm:cxnLst>
    <dgm:cxn modelId="{15E5980E-387F-FB48-A089-36D28633E984}" type="presOf" srcId="{697DF425-6B13-6640-B800-B750F80E2085}" destId="{20FCA0F9-B653-0C42-8734-8866C997C923}" srcOrd="0" destOrd="0" presId="urn:microsoft.com/office/officeart/2005/8/layout/process1"/>
    <dgm:cxn modelId="{EA419F10-2AFF-AF47-ACCB-5F43B22D5E2A}" type="presOf" srcId="{34490C9F-806E-834C-A5A7-4F7C1C74FBAC}" destId="{146BE36E-949A-2F43-A83A-9BB2A9B0F919}" srcOrd="1" destOrd="0" presId="urn:microsoft.com/office/officeart/2005/8/layout/process1"/>
    <dgm:cxn modelId="{3D5D1C1C-8741-BB4D-86CC-BFA3DC9D12F2}" type="presOf" srcId="{C8B7DA66-6600-0849-87B1-84EDD1B5FA05}" destId="{AA83125F-47D1-9642-8DB8-C8BEBBC3EF87}" srcOrd="1" destOrd="0" presId="urn:microsoft.com/office/officeart/2005/8/layout/process1"/>
    <dgm:cxn modelId="{DE4ADB1E-AFBB-4D4C-A4EA-70DF3BC8A18C}" srcId="{697DF425-6B13-6640-B800-B750F80E2085}" destId="{64531633-71B4-0B42-9C29-EB980AF89393}" srcOrd="3" destOrd="0" parTransId="{91BE3431-DFE2-8F45-8874-F79ADDE53BB5}" sibTransId="{34490C9F-806E-834C-A5A7-4F7C1C74FBAC}"/>
    <dgm:cxn modelId="{D5B4B22D-FAF3-E94B-95F2-1B768F7A93AC}" type="presOf" srcId="{6912FBA2-7544-A042-9AFF-5225140C9F8A}" destId="{D450794D-92CF-F449-AD02-66748DD30C7D}" srcOrd="0" destOrd="0" presId="urn:microsoft.com/office/officeart/2005/8/layout/process1"/>
    <dgm:cxn modelId="{63E62C38-11B3-B74C-AC96-EE92A9AD0D9D}" type="presOf" srcId="{E0F2C1F0-18E3-F547-8339-D70F8570ACB1}" destId="{13B7DA26-3947-5E46-B076-DFD59D7CC737}" srcOrd="1" destOrd="0" presId="urn:microsoft.com/office/officeart/2005/8/layout/process1"/>
    <dgm:cxn modelId="{16193738-3410-E344-B37C-E079FA22897D}" type="presOf" srcId="{C7760B3A-DE4A-5845-BC6A-2CD03894C3C8}" destId="{5C74FB61-9A93-354A-85D0-8726AABF5385}" srcOrd="0" destOrd="0" presId="urn:microsoft.com/office/officeart/2005/8/layout/process1"/>
    <dgm:cxn modelId="{D6992B3C-508C-2349-A3A7-E8A86C2936CF}" type="presOf" srcId="{882FA0A6-101B-7841-97A6-0877EBA08DA5}" destId="{3171EF7F-48C6-3749-B6D0-972C639F525E}" srcOrd="1" destOrd="0" presId="urn:microsoft.com/office/officeart/2005/8/layout/process1"/>
    <dgm:cxn modelId="{25BB2C4F-339D-6F4A-B99E-02B8B9350DC1}" type="presOf" srcId="{64531633-71B4-0B42-9C29-EB980AF89393}" destId="{6BE9B592-79C6-0547-8AA4-F7C336C119F6}" srcOrd="0" destOrd="0" presId="urn:microsoft.com/office/officeart/2005/8/layout/process1"/>
    <dgm:cxn modelId="{792A3D52-E545-224B-AEA4-E1EC57ED1F23}" srcId="{697DF425-6B13-6640-B800-B750F80E2085}" destId="{B5F0FD59-1763-B942-ACFE-00A1F9A3F385}" srcOrd="5" destOrd="0" parTransId="{18C2CBFD-C0C7-FA48-BA21-EC4A2CCA09E8}" sibTransId="{E0F2C1F0-18E3-F547-8339-D70F8570ACB1}"/>
    <dgm:cxn modelId="{9716F852-199A-6240-B048-633F6B7AE770}" type="presOf" srcId="{C7760B3A-DE4A-5845-BC6A-2CD03894C3C8}" destId="{EAB7361F-BD60-9F4F-8CEB-8835C020A4E4}" srcOrd="1" destOrd="0" presId="urn:microsoft.com/office/officeart/2005/8/layout/process1"/>
    <dgm:cxn modelId="{1C429857-7C44-7A4A-94DE-081A33D9B3E2}" type="presOf" srcId="{C7895FD0-453A-FE4E-BB8C-F855997A2FC6}" destId="{53861DB6-61C6-7D4B-B490-450D5212D061}" srcOrd="1" destOrd="0" presId="urn:microsoft.com/office/officeart/2005/8/layout/process1"/>
    <dgm:cxn modelId="{01A65158-53DF-1A45-AB84-EC138B78891F}" type="presOf" srcId="{F201BA46-352E-6443-AB4E-6BFE9ED6AFB4}" destId="{125918BA-9DC8-E84D-B749-46ED8064DFD9}" srcOrd="0" destOrd="0" presId="urn:microsoft.com/office/officeart/2005/8/layout/process1"/>
    <dgm:cxn modelId="{E2F96F5B-E85B-8F4C-9AB8-8F3730F0E419}" type="presOf" srcId="{B5F0FD59-1763-B942-ACFE-00A1F9A3F385}" destId="{305B4119-BED5-F648-ACB5-E4BA201833E6}" srcOrd="0" destOrd="0" presId="urn:microsoft.com/office/officeart/2005/8/layout/process1"/>
    <dgm:cxn modelId="{CDF0DE5C-B4BD-EF4D-87C7-BDE5E1EDC8C4}" type="presOf" srcId="{34490C9F-806E-834C-A5A7-4F7C1C74FBAC}" destId="{1F504BC7-40A9-0541-99B7-3A79B1DC28D2}" srcOrd="0" destOrd="0" presId="urn:microsoft.com/office/officeart/2005/8/layout/process1"/>
    <dgm:cxn modelId="{A28D976A-CEBF-6546-8995-0102661A4FA6}" type="presOf" srcId="{B69E0CE2-975D-5444-84FE-4EF40EF22530}" destId="{C22761B4-1C44-4449-A6D8-866847BDFCDF}" srcOrd="0" destOrd="0" presId="urn:microsoft.com/office/officeart/2005/8/layout/process1"/>
    <dgm:cxn modelId="{55CC5B7A-45BD-EE4F-867F-F05540BCD468}" type="presOf" srcId="{C8B7DA66-6600-0849-87B1-84EDD1B5FA05}" destId="{2B6CD454-0B2D-BA47-A48A-3CC04817E675}" srcOrd="0" destOrd="0" presId="urn:microsoft.com/office/officeart/2005/8/layout/process1"/>
    <dgm:cxn modelId="{2FE0D97C-D001-9148-BF4B-38EF5976CAB6}" type="presOf" srcId="{2AB9C984-76F4-7645-B7CC-991577DDCB1D}" destId="{F96853F2-2DBB-E945-B930-BF8588310D2F}" srcOrd="0" destOrd="0" presId="urn:microsoft.com/office/officeart/2005/8/layout/process1"/>
    <dgm:cxn modelId="{0B0AED7C-06F9-2D41-94B3-D208ACB49E1A}" type="presOf" srcId="{A939B388-7B1B-1C43-ADD0-5814886B821B}" destId="{A98D83A2-B308-A54B-8E39-01D10259AF8D}" srcOrd="0" destOrd="0" presId="urn:microsoft.com/office/officeart/2005/8/layout/process1"/>
    <dgm:cxn modelId="{18141095-D5C9-474F-A8F0-2B78C37832BD}" srcId="{697DF425-6B13-6640-B800-B750F80E2085}" destId="{2AB9C984-76F4-7645-B7CC-991577DDCB1D}" srcOrd="0" destOrd="0" parTransId="{3A655679-6137-C641-AA88-E345890DB872}" sibTransId="{B69E0CE2-975D-5444-84FE-4EF40EF22530}"/>
    <dgm:cxn modelId="{E6053795-0CFF-184E-87DD-AEE3010B8F32}" srcId="{697DF425-6B13-6640-B800-B750F80E2085}" destId="{6912FBA2-7544-A042-9AFF-5225140C9F8A}" srcOrd="6" destOrd="0" parTransId="{56A43096-C870-304A-B897-3C13F8A4E690}" sibTransId="{DF265CCC-0AAD-C44E-828C-837EDA314E96}"/>
    <dgm:cxn modelId="{515C7E99-C1F3-BC47-951B-734C65AFB1B9}" type="presOf" srcId="{43638595-F57C-AD46-9E32-150FE7921A98}" destId="{D0D43028-4BAF-074F-8E0B-7D6AE4122159}" srcOrd="0" destOrd="0" presId="urn:microsoft.com/office/officeart/2005/8/layout/process1"/>
    <dgm:cxn modelId="{DCADED9C-7B2A-C744-97EF-4F007D556A8E}" type="presOf" srcId="{86B13C19-6D3F-DD4C-BFC7-1F3B4557B8BA}" destId="{222E1E1F-B159-A647-973C-D2DD98223FCE}" srcOrd="0" destOrd="0" presId="urn:microsoft.com/office/officeart/2005/8/layout/process1"/>
    <dgm:cxn modelId="{C595159D-99DD-334F-85F8-9F8B7C3281E5}" type="presOf" srcId="{E0F2C1F0-18E3-F547-8339-D70F8570ACB1}" destId="{08DCC042-B5F0-704E-AF24-8D3F930182E5}" srcOrd="0" destOrd="0" presId="urn:microsoft.com/office/officeart/2005/8/layout/process1"/>
    <dgm:cxn modelId="{9F05BC9E-E9A8-6244-9DDB-9EB9708197E5}" srcId="{697DF425-6B13-6640-B800-B750F80E2085}" destId="{43638595-F57C-AD46-9E32-150FE7921A98}" srcOrd="1" destOrd="0" parTransId="{D547EF98-401B-6745-853F-534166E74922}" sibTransId="{C7895FD0-453A-FE4E-BB8C-F855997A2FC6}"/>
    <dgm:cxn modelId="{2A3B1AA0-0998-CA49-B222-920529BEB87B}" type="presOf" srcId="{882FA0A6-101B-7841-97A6-0877EBA08DA5}" destId="{C7168476-B74E-A94E-91BB-549ABAA75013}" srcOrd="0" destOrd="0" presId="urn:microsoft.com/office/officeart/2005/8/layout/process1"/>
    <dgm:cxn modelId="{2CCCBBAA-6A3E-CD43-8B02-B15D7B636291}" srcId="{697DF425-6B13-6640-B800-B750F80E2085}" destId="{70367082-2DDD-3B4A-8F29-72508EC04D29}" srcOrd="2" destOrd="0" parTransId="{3EB67638-9BB6-8F44-A892-DE41F0C9DD5E}" sibTransId="{C8B7DA66-6600-0849-87B1-84EDD1B5FA05}"/>
    <dgm:cxn modelId="{AFB3F0B2-C7E7-F446-A442-C6B89C20BE0E}" srcId="{697DF425-6B13-6640-B800-B750F80E2085}" destId="{F201BA46-352E-6443-AB4E-6BFE9ED6AFB4}" srcOrd="8" destOrd="0" parTransId="{EBBE650C-A975-EA44-844A-D423C7D0459C}" sibTransId="{A939B388-7B1B-1C43-ADD0-5814886B821B}"/>
    <dgm:cxn modelId="{2F7B06B6-4BA0-EB4D-A7DC-B7A841866AE6}" type="presOf" srcId="{3DF8B025-407B-C24B-B396-D8C66CD575EA}" destId="{760E580F-6BC5-054E-A496-6B1E6D06618C}" srcOrd="0" destOrd="0" presId="urn:microsoft.com/office/officeart/2005/8/layout/process1"/>
    <dgm:cxn modelId="{1CB24EBE-335B-0641-9A69-A953EA1F280C}" type="presOf" srcId="{DF265CCC-0AAD-C44E-828C-837EDA314E96}" destId="{84FF452D-9B71-234F-92AB-2B4E0C1EE72E}" srcOrd="0" destOrd="0" presId="urn:microsoft.com/office/officeart/2005/8/layout/process1"/>
    <dgm:cxn modelId="{B07B05BF-9FF1-EB48-9820-F91D03CF6012}" type="presOf" srcId="{DF265CCC-0AAD-C44E-828C-837EDA314E96}" destId="{ADFA25D5-A68B-284C-9431-9C59CC516DD1}" srcOrd="1" destOrd="0" presId="urn:microsoft.com/office/officeart/2005/8/layout/process1"/>
    <dgm:cxn modelId="{49A46ABF-EEC9-CA43-9D66-6270ABA3DC09}" srcId="{697DF425-6B13-6640-B800-B750F80E2085}" destId="{3DF8B025-407B-C24B-B396-D8C66CD575EA}" srcOrd="7" destOrd="0" parTransId="{7A94E9A2-70AA-5B43-AD22-96125E2EC8E4}" sibTransId="{C7760B3A-DE4A-5845-BC6A-2CD03894C3C8}"/>
    <dgm:cxn modelId="{87B999C3-C805-7147-ABA2-3A9C89535FF4}" type="presOf" srcId="{C7895FD0-453A-FE4E-BB8C-F855997A2FC6}" destId="{749B2683-861D-EE44-985F-5A46D5429BF6}" srcOrd="0" destOrd="0" presId="urn:microsoft.com/office/officeart/2005/8/layout/process1"/>
    <dgm:cxn modelId="{381FABE2-930B-D344-A1E1-133B1ED302A8}" type="presOf" srcId="{21EB565F-D364-FB44-B300-D096198161E6}" destId="{F7F5B38E-230F-0B4F-8127-F89C1548E17B}" srcOrd="0" destOrd="0" presId="urn:microsoft.com/office/officeart/2005/8/layout/process1"/>
    <dgm:cxn modelId="{4458DCE5-60AB-CF46-A160-E053EAB1F5B8}" srcId="{697DF425-6B13-6640-B800-B750F80E2085}" destId="{86B13C19-6D3F-DD4C-BFC7-1F3B4557B8BA}" srcOrd="9" destOrd="0" parTransId="{2EE94C37-5626-E144-9C22-028E7EDDABAE}" sibTransId="{7119C7F9-07E4-B34B-894F-2893A5B096C7}"/>
    <dgm:cxn modelId="{FB9B9DF3-D5D2-9A4A-B095-69FD14F2C8EE}" type="presOf" srcId="{70367082-2DDD-3B4A-8F29-72508EC04D29}" destId="{7BA062EB-07A5-8440-8C31-F20916CA8BCC}" srcOrd="0" destOrd="0" presId="urn:microsoft.com/office/officeart/2005/8/layout/process1"/>
    <dgm:cxn modelId="{F2E672F5-5BBB-A247-93CB-7A438EFB9726}" type="presOf" srcId="{B69E0CE2-975D-5444-84FE-4EF40EF22530}" destId="{000636B1-BF40-E649-A56E-62BF0A681F10}" srcOrd="1" destOrd="0" presId="urn:microsoft.com/office/officeart/2005/8/layout/process1"/>
    <dgm:cxn modelId="{89A833FB-BD92-7C44-A64B-39E3E9D2C5AB}" srcId="{697DF425-6B13-6640-B800-B750F80E2085}" destId="{21EB565F-D364-FB44-B300-D096198161E6}" srcOrd="4" destOrd="0" parTransId="{93F6552D-4F4A-B24E-8B6C-E03361E4FD92}" sibTransId="{882FA0A6-101B-7841-97A6-0877EBA08DA5}"/>
    <dgm:cxn modelId="{12D444FC-182C-854F-824D-BD33D88C3CF0}" type="presOf" srcId="{A939B388-7B1B-1C43-ADD0-5814886B821B}" destId="{F95B8E79-4304-5C40-B9FC-B0ECB484DFCC}" srcOrd="1" destOrd="0" presId="urn:microsoft.com/office/officeart/2005/8/layout/process1"/>
    <dgm:cxn modelId="{90FC0278-9526-7442-B323-B6A1E7011FE9}" type="presParOf" srcId="{20FCA0F9-B653-0C42-8734-8866C997C923}" destId="{F96853F2-2DBB-E945-B930-BF8588310D2F}" srcOrd="0" destOrd="0" presId="urn:microsoft.com/office/officeart/2005/8/layout/process1"/>
    <dgm:cxn modelId="{5B7992E0-231F-E54F-8D56-E3906869EAAA}" type="presParOf" srcId="{20FCA0F9-B653-0C42-8734-8866C997C923}" destId="{C22761B4-1C44-4449-A6D8-866847BDFCDF}" srcOrd="1" destOrd="0" presId="urn:microsoft.com/office/officeart/2005/8/layout/process1"/>
    <dgm:cxn modelId="{C5C89BED-99E0-114E-BC0A-11E4C8E349FD}" type="presParOf" srcId="{C22761B4-1C44-4449-A6D8-866847BDFCDF}" destId="{000636B1-BF40-E649-A56E-62BF0A681F10}" srcOrd="0" destOrd="0" presId="urn:microsoft.com/office/officeart/2005/8/layout/process1"/>
    <dgm:cxn modelId="{351CE0F5-6E30-0849-992D-67F3D179F425}" type="presParOf" srcId="{20FCA0F9-B653-0C42-8734-8866C997C923}" destId="{D0D43028-4BAF-074F-8E0B-7D6AE4122159}" srcOrd="2" destOrd="0" presId="urn:microsoft.com/office/officeart/2005/8/layout/process1"/>
    <dgm:cxn modelId="{727C3FAB-8A17-4646-BE2B-52A7C04D8129}" type="presParOf" srcId="{20FCA0F9-B653-0C42-8734-8866C997C923}" destId="{749B2683-861D-EE44-985F-5A46D5429BF6}" srcOrd="3" destOrd="0" presId="urn:microsoft.com/office/officeart/2005/8/layout/process1"/>
    <dgm:cxn modelId="{C7EE6A82-A2A9-BD40-B6A8-59F12DAE53D8}" type="presParOf" srcId="{749B2683-861D-EE44-985F-5A46D5429BF6}" destId="{53861DB6-61C6-7D4B-B490-450D5212D061}" srcOrd="0" destOrd="0" presId="urn:microsoft.com/office/officeart/2005/8/layout/process1"/>
    <dgm:cxn modelId="{745664A9-7883-3D43-9D03-A74F46B52055}" type="presParOf" srcId="{20FCA0F9-B653-0C42-8734-8866C997C923}" destId="{7BA062EB-07A5-8440-8C31-F20916CA8BCC}" srcOrd="4" destOrd="0" presId="urn:microsoft.com/office/officeart/2005/8/layout/process1"/>
    <dgm:cxn modelId="{2D47DD62-AFEA-3049-9553-3D36A93DF5BF}" type="presParOf" srcId="{20FCA0F9-B653-0C42-8734-8866C997C923}" destId="{2B6CD454-0B2D-BA47-A48A-3CC04817E675}" srcOrd="5" destOrd="0" presId="urn:microsoft.com/office/officeart/2005/8/layout/process1"/>
    <dgm:cxn modelId="{E6394FF2-D82D-AA40-9608-278DEA1D4E14}" type="presParOf" srcId="{2B6CD454-0B2D-BA47-A48A-3CC04817E675}" destId="{AA83125F-47D1-9642-8DB8-C8BEBBC3EF87}" srcOrd="0" destOrd="0" presId="urn:microsoft.com/office/officeart/2005/8/layout/process1"/>
    <dgm:cxn modelId="{7A3777CB-D095-2D40-B7C9-E80F21D1FE82}" type="presParOf" srcId="{20FCA0F9-B653-0C42-8734-8866C997C923}" destId="{6BE9B592-79C6-0547-8AA4-F7C336C119F6}" srcOrd="6" destOrd="0" presId="urn:microsoft.com/office/officeart/2005/8/layout/process1"/>
    <dgm:cxn modelId="{07826CF1-AF04-1A40-8D83-51A9F32915B7}" type="presParOf" srcId="{20FCA0F9-B653-0C42-8734-8866C997C923}" destId="{1F504BC7-40A9-0541-99B7-3A79B1DC28D2}" srcOrd="7" destOrd="0" presId="urn:microsoft.com/office/officeart/2005/8/layout/process1"/>
    <dgm:cxn modelId="{2F27184C-1315-4B44-8E77-EBB4DE15137B}" type="presParOf" srcId="{1F504BC7-40A9-0541-99B7-3A79B1DC28D2}" destId="{146BE36E-949A-2F43-A83A-9BB2A9B0F919}" srcOrd="0" destOrd="0" presId="urn:microsoft.com/office/officeart/2005/8/layout/process1"/>
    <dgm:cxn modelId="{11E20FD4-7FF0-2440-BFC0-49A23626AE9E}" type="presParOf" srcId="{20FCA0F9-B653-0C42-8734-8866C997C923}" destId="{F7F5B38E-230F-0B4F-8127-F89C1548E17B}" srcOrd="8" destOrd="0" presId="urn:microsoft.com/office/officeart/2005/8/layout/process1"/>
    <dgm:cxn modelId="{4C5FCCE1-F5ED-8442-8151-F31123D1D600}" type="presParOf" srcId="{20FCA0F9-B653-0C42-8734-8866C997C923}" destId="{C7168476-B74E-A94E-91BB-549ABAA75013}" srcOrd="9" destOrd="0" presId="urn:microsoft.com/office/officeart/2005/8/layout/process1"/>
    <dgm:cxn modelId="{B4647C6D-BF26-0444-A3B3-499FFF8D2D9E}" type="presParOf" srcId="{C7168476-B74E-A94E-91BB-549ABAA75013}" destId="{3171EF7F-48C6-3749-B6D0-972C639F525E}" srcOrd="0" destOrd="0" presId="urn:microsoft.com/office/officeart/2005/8/layout/process1"/>
    <dgm:cxn modelId="{B93D46A9-6A8E-F74C-BE06-B402E7D568FC}" type="presParOf" srcId="{20FCA0F9-B653-0C42-8734-8866C997C923}" destId="{305B4119-BED5-F648-ACB5-E4BA201833E6}" srcOrd="10" destOrd="0" presId="urn:microsoft.com/office/officeart/2005/8/layout/process1"/>
    <dgm:cxn modelId="{4CBF6579-C0DB-C646-B12B-29B104F286AF}" type="presParOf" srcId="{20FCA0F9-B653-0C42-8734-8866C997C923}" destId="{08DCC042-B5F0-704E-AF24-8D3F930182E5}" srcOrd="11" destOrd="0" presId="urn:microsoft.com/office/officeart/2005/8/layout/process1"/>
    <dgm:cxn modelId="{81B718F2-E4F1-134E-A7A5-69148BC2A646}" type="presParOf" srcId="{08DCC042-B5F0-704E-AF24-8D3F930182E5}" destId="{13B7DA26-3947-5E46-B076-DFD59D7CC737}" srcOrd="0" destOrd="0" presId="urn:microsoft.com/office/officeart/2005/8/layout/process1"/>
    <dgm:cxn modelId="{2F94A7B4-31F9-1441-AE40-D986983DEFB1}" type="presParOf" srcId="{20FCA0F9-B653-0C42-8734-8866C997C923}" destId="{D450794D-92CF-F449-AD02-66748DD30C7D}" srcOrd="12" destOrd="0" presId="urn:microsoft.com/office/officeart/2005/8/layout/process1"/>
    <dgm:cxn modelId="{CA004674-E1F9-BD43-A88E-E7459F78C23D}" type="presParOf" srcId="{20FCA0F9-B653-0C42-8734-8866C997C923}" destId="{84FF452D-9B71-234F-92AB-2B4E0C1EE72E}" srcOrd="13" destOrd="0" presId="urn:microsoft.com/office/officeart/2005/8/layout/process1"/>
    <dgm:cxn modelId="{C2897EB7-1FBB-BD48-BCDF-DC8CA8D520A3}" type="presParOf" srcId="{84FF452D-9B71-234F-92AB-2B4E0C1EE72E}" destId="{ADFA25D5-A68B-284C-9431-9C59CC516DD1}" srcOrd="0" destOrd="0" presId="urn:microsoft.com/office/officeart/2005/8/layout/process1"/>
    <dgm:cxn modelId="{FD5666C5-856C-EE4A-9FBC-E56EDFCED303}" type="presParOf" srcId="{20FCA0F9-B653-0C42-8734-8866C997C923}" destId="{760E580F-6BC5-054E-A496-6B1E6D06618C}" srcOrd="14" destOrd="0" presId="urn:microsoft.com/office/officeart/2005/8/layout/process1"/>
    <dgm:cxn modelId="{7CD7BB8D-4352-D147-B745-96B6E021784A}" type="presParOf" srcId="{20FCA0F9-B653-0C42-8734-8866C997C923}" destId="{5C74FB61-9A93-354A-85D0-8726AABF5385}" srcOrd="15" destOrd="0" presId="urn:microsoft.com/office/officeart/2005/8/layout/process1"/>
    <dgm:cxn modelId="{85F059C7-723F-E14C-81C4-238260123685}" type="presParOf" srcId="{5C74FB61-9A93-354A-85D0-8726AABF5385}" destId="{EAB7361F-BD60-9F4F-8CEB-8835C020A4E4}" srcOrd="0" destOrd="0" presId="urn:microsoft.com/office/officeart/2005/8/layout/process1"/>
    <dgm:cxn modelId="{BB8CDD29-A860-1644-A39D-CEAEF048F89A}" type="presParOf" srcId="{20FCA0F9-B653-0C42-8734-8866C997C923}" destId="{125918BA-9DC8-E84D-B749-46ED8064DFD9}" srcOrd="16" destOrd="0" presId="urn:microsoft.com/office/officeart/2005/8/layout/process1"/>
    <dgm:cxn modelId="{4935BDA8-D280-9F49-B167-D8D2D4F8F729}" type="presParOf" srcId="{20FCA0F9-B653-0C42-8734-8866C997C923}" destId="{A98D83A2-B308-A54B-8E39-01D10259AF8D}" srcOrd="17" destOrd="0" presId="urn:microsoft.com/office/officeart/2005/8/layout/process1"/>
    <dgm:cxn modelId="{78CA4177-C37D-6C42-92E0-3D27425E0CDE}" type="presParOf" srcId="{A98D83A2-B308-A54B-8E39-01D10259AF8D}" destId="{F95B8E79-4304-5C40-B9FC-B0ECB484DFCC}" srcOrd="0" destOrd="0" presId="urn:microsoft.com/office/officeart/2005/8/layout/process1"/>
    <dgm:cxn modelId="{EB7B6509-62EC-E243-B0BA-2B2D063512A2}" type="presParOf" srcId="{20FCA0F9-B653-0C42-8734-8866C997C923}" destId="{222E1E1F-B159-A647-973C-D2DD98223FCE}" srcOrd="1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4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6853F2-2DBB-E945-B930-BF8588310D2F}">
      <dsp:nvSpPr>
        <dsp:cNvPr id="0" name=""/>
        <dsp:cNvSpPr/>
      </dsp:nvSpPr>
      <dsp:spPr>
        <a:xfrm>
          <a:off x="1401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M </a:t>
          </a:r>
          <a:endParaRPr lang="en-US" sz="1300" kern="1200"/>
        </a:p>
      </dsp:txBody>
      <dsp:txXfrm>
        <a:off x="10187" y="9619"/>
        <a:ext cx="334034" cy="282392"/>
      </dsp:txXfrm>
    </dsp:sp>
    <dsp:sp modelId="{C22761B4-1C44-4449-A6D8-866847BDFCDF}">
      <dsp:nvSpPr>
        <dsp:cNvPr id="0" name=""/>
        <dsp:cNvSpPr/>
      </dsp:nvSpPr>
      <dsp:spPr>
        <a:xfrm>
          <a:off x="388168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8168" y="124656"/>
        <a:ext cx="52178" cy="52318"/>
      </dsp:txXfrm>
    </dsp:sp>
    <dsp:sp modelId="{D0D43028-4BAF-074F-8E0B-7D6AE4122159}">
      <dsp:nvSpPr>
        <dsp:cNvPr id="0" name=""/>
        <dsp:cNvSpPr/>
      </dsp:nvSpPr>
      <dsp:spPr>
        <a:xfrm>
          <a:off x="493650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T </a:t>
          </a:r>
          <a:endParaRPr lang="en-US" sz="1300" kern="1200" dirty="0"/>
        </a:p>
      </dsp:txBody>
      <dsp:txXfrm>
        <a:off x="502436" y="9619"/>
        <a:ext cx="334034" cy="282392"/>
      </dsp:txXfrm>
    </dsp:sp>
    <dsp:sp modelId="{749B2683-861D-EE44-985F-5A46D5429BF6}">
      <dsp:nvSpPr>
        <dsp:cNvPr id="0" name=""/>
        <dsp:cNvSpPr/>
      </dsp:nvSpPr>
      <dsp:spPr>
        <a:xfrm>
          <a:off x="880417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80417" y="124656"/>
        <a:ext cx="52178" cy="52318"/>
      </dsp:txXfrm>
    </dsp:sp>
    <dsp:sp modelId="{7BA062EB-07A5-8440-8C31-F20916CA8BCC}">
      <dsp:nvSpPr>
        <dsp:cNvPr id="0" name=""/>
        <dsp:cNvSpPr/>
      </dsp:nvSpPr>
      <dsp:spPr>
        <a:xfrm>
          <a:off x="985899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I </a:t>
          </a:r>
          <a:endParaRPr lang="en-US" sz="1300" kern="1200"/>
        </a:p>
      </dsp:txBody>
      <dsp:txXfrm>
        <a:off x="994685" y="9619"/>
        <a:ext cx="334034" cy="282392"/>
      </dsp:txXfrm>
    </dsp:sp>
    <dsp:sp modelId="{2B6CD454-0B2D-BA47-A48A-3CC04817E675}">
      <dsp:nvSpPr>
        <dsp:cNvPr id="0" name=""/>
        <dsp:cNvSpPr/>
      </dsp:nvSpPr>
      <dsp:spPr>
        <a:xfrm>
          <a:off x="1372666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72666" y="124656"/>
        <a:ext cx="52178" cy="52318"/>
      </dsp:txXfrm>
    </dsp:sp>
    <dsp:sp modelId="{6BE9B592-79C6-0547-8AA4-F7C336C119F6}">
      <dsp:nvSpPr>
        <dsp:cNvPr id="0" name=""/>
        <dsp:cNvSpPr/>
      </dsp:nvSpPr>
      <dsp:spPr>
        <a:xfrm>
          <a:off x="1478148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L </a:t>
          </a:r>
          <a:endParaRPr lang="en-US" sz="1300" kern="1200"/>
        </a:p>
      </dsp:txBody>
      <dsp:txXfrm>
        <a:off x="1486934" y="9619"/>
        <a:ext cx="334034" cy="282392"/>
      </dsp:txXfrm>
    </dsp:sp>
    <dsp:sp modelId="{1F504BC7-40A9-0541-99B7-3A79B1DC28D2}">
      <dsp:nvSpPr>
        <dsp:cNvPr id="0" name=""/>
        <dsp:cNvSpPr/>
      </dsp:nvSpPr>
      <dsp:spPr>
        <a:xfrm>
          <a:off x="1864915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64915" y="124656"/>
        <a:ext cx="52178" cy="52318"/>
      </dsp:txXfrm>
    </dsp:sp>
    <dsp:sp modelId="{F7F5B38E-230F-0B4F-8127-F89C1548E17B}">
      <dsp:nvSpPr>
        <dsp:cNvPr id="0" name=""/>
        <dsp:cNvSpPr/>
      </dsp:nvSpPr>
      <dsp:spPr>
        <a:xfrm>
          <a:off x="1970397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F </a:t>
          </a:r>
          <a:endParaRPr lang="en-US" sz="1300" kern="1200"/>
        </a:p>
      </dsp:txBody>
      <dsp:txXfrm>
        <a:off x="1979183" y="9619"/>
        <a:ext cx="334034" cy="282392"/>
      </dsp:txXfrm>
    </dsp:sp>
    <dsp:sp modelId="{C7168476-B74E-A94E-91BB-549ABAA75013}">
      <dsp:nvSpPr>
        <dsp:cNvPr id="0" name=""/>
        <dsp:cNvSpPr/>
      </dsp:nvSpPr>
      <dsp:spPr>
        <a:xfrm>
          <a:off x="2357164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57164" y="124656"/>
        <a:ext cx="52178" cy="52318"/>
      </dsp:txXfrm>
    </dsp:sp>
    <dsp:sp modelId="{305B4119-BED5-F648-ACB5-E4BA201833E6}">
      <dsp:nvSpPr>
        <dsp:cNvPr id="0" name=""/>
        <dsp:cNvSpPr/>
      </dsp:nvSpPr>
      <dsp:spPr>
        <a:xfrm>
          <a:off x="2462646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L </a:t>
          </a:r>
          <a:endParaRPr lang="en-US" sz="1300" kern="1200"/>
        </a:p>
      </dsp:txBody>
      <dsp:txXfrm>
        <a:off x="2471432" y="9619"/>
        <a:ext cx="334034" cy="282392"/>
      </dsp:txXfrm>
    </dsp:sp>
    <dsp:sp modelId="{08DCC042-B5F0-704E-AF24-8D3F930182E5}">
      <dsp:nvSpPr>
        <dsp:cNvPr id="0" name=""/>
        <dsp:cNvSpPr/>
      </dsp:nvSpPr>
      <dsp:spPr>
        <a:xfrm>
          <a:off x="2849413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49413" y="124656"/>
        <a:ext cx="52178" cy="52318"/>
      </dsp:txXfrm>
    </dsp:sp>
    <dsp:sp modelId="{D450794D-92CF-F449-AD02-66748DD30C7D}">
      <dsp:nvSpPr>
        <dsp:cNvPr id="0" name=""/>
        <dsp:cNvSpPr/>
      </dsp:nvSpPr>
      <dsp:spPr>
        <a:xfrm>
          <a:off x="2954895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T </a:t>
          </a:r>
          <a:endParaRPr lang="en-US" sz="1300" kern="1200"/>
        </a:p>
      </dsp:txBody>
      <dsp:txXfrm>
        <a:off x="2963681" y="9619"/>
        <a:ext cx="334034" cy="282392"/>
      </dsp:txXfrm>
    </dsp:sp>
    <dsp:sp modelId="{84FF452D-9B71-234F-92AB-2B4E0C1EE72E}">
      <dsp:nvSpPr>
        <dsp:cNvPr id="0" name=""/>
        <dsp:cNvSpPr/>
      </dsp:nvSpPr>
      <dsp:spPr>
        <a:xfrm>
          <a:off x="3341662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41662" y="124656"/>
        <a:ext cx="52178" cy="52318"/>
      </dsp:txXfrm>
    </dsp:sp>
    <dsp:sp modelId="{760E580F-6BC5-054E-A496-6B1E6D06618C}">
      <dsp:nvSpPr>
        <dsp:cNvPr id="0" name=""/>
        <dsp:cNvSpPr/>
      </dsp:nvSpPr>
      <dsp:spPr>
        <a:xfrm>
          <a:off x="3447144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W </a:t>
          </a:r>
          <a:endParaRPr lang="en-US" sz="1300" kern="1200" dirty="0"/>
        </a:p>
      </dsp:txBody>
      <dsp:txXfrm>
        <a:off x="3455930" y="9619"/>
        <a:ext cx="334034" cy="282392"/>
      </dsp:txXfrm>
    </dsp:sp>
    <dsp:sp modelId="{5C74FB61-9A93-354A-85D0-8726AABF5385}">
      <dsp:nvSpPr>
        <dsp:cNvPr id="0" name=""/>
        <dsp:cNvSpPr/>
      </dsp:nvSpPr>
      <dsp:spPr>
        <a:xfrm>
          <a:off x="3833911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33911" y="124656"/>
        <a:ext cx="52178" cy="52318"/>
      </dsp:txXfrm>
    </dsp:sp>
    <dsp:sp modelId="{125918BA-9DC8-E84D-B749-46ED8064DFD9}">
      <dsp:nvSpPr>
        <dsp:cNvPr id="0" name=""/>
        <dsp:cNvSpPr/>
      </dsp:nvSpPr>
      <dsp:spPr>
        <a:xfrm>
          <a:off x="3939392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V </a:t>
          </a:r>
          <a:endParaRPr lang="en-US" sz="1300" kern="1200"/>
        </a:p>
      </dsp:txBody>
      <dsp:txXfrm>
        <a:off x="3948178" y="9619"/>
        <a:ext cx="334034" cy="282392"/>
      </dsp:txXfrm>
    </dsp:sp>
    <dsp:sp modelId="{A98D83A2-B308-A54B-8E39-01D10259AF8D}">
      <dsp:nvSpPr>
        <dsp:cNvPr id="0" name=""/>
        <dsp:cNvSpPr/>
      </dsp:nvSpPr>
      <dsp:spPr>
        <a:xfrm>
          <a:off x="4326159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26159" y="124656"/>
        <a:ext cx="52178" cy="52318"/>
      </dsp:txXfrm>
    </dsp:sp>
    <dsp:sp modelId="{222E1E1F-B159-A647-973C-D2DD98223FCE}">
      <dsp:nvSpPr>
        <dsp:cNvPr id="0" name=""/>
        <dsp:cNvSpPr/>
      </dsp:nvSpPr>
      <dsp:spPr>
        <a:xfrm>
          <a:off x="4431641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I</a:t>
          </a:r>
          <a:endParaRPr lang="en-US" sz="1300" kern="1200" dirty="0"/>
        </a:p>
      </dsp:txBody>
      <dsp:txXfrm>
        <a:off x="4440427" y="9619"/>
        <a:ext cx="334034" cy="2823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6853F2-2DBB-E945-B930-BF8588310D2F}">
      <dsp:nvSpPr>
        <dsp:cNvPr id="0" name=""/>
        <dsp:cNvSpPr/>
      </dsp:nvSpPr>
      <dsp:spPr>
        <a:xfrm>
          <a:off x="1401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M </a:t>
          </a:r>
          <a:endParaRPr lang="en-US" sz="1300" kern="1200"/>
        </a:p>
      </dsp:txBody>
      <dsp:txXfrm>
        <a:off x="10187" y="9619"/>
        <a:ext cx="334034" cy="282392"/>
      </dsp:txXfrm>
    </dsp:sp>
    <dsp:sp modelId="{C22761B4-1C44-4449-A6D8-866847BDFCDF}">
      <dsp:nvSpPr>
        <dsp:cNvPr id="0" name=""/>
        <dsp:cNvSpPr/>
      </dsp:nvSpPr>
      <dsp:spPr>
        <a:xfrm>
          <a:off x="388168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8168" y="124656"/>
        <a:ext cx="52178" cy="52318"/>
      </dsp:txXfrm>
    </dsp:sp>
    <dsp:sp modelId="{D0D43028-4BAF-074F-8E0B-7D6AE4122159}">
      <dsp:nvSpPr>
        <dsp:cNvPr id="0" name=""/>
        <dsp:cNvSpPr/>
      </dsp:nvSpPr>
      <dsp:spPr>
        <a:xfrm>
          <a:off x="493650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T </a:t>
          </a:r>
          <a:endParaRPr lang="en-US" sz="1300" kern="1200" dirty="0"/>
        </a:p>
      </dsp:txBody>
      <dsp:txXfrm>
        <a:off x="502436" y="9619"/>
        <a:ext cx="334034" cy="282392"/>
      </dsp:txXfrm>
    </dsp:sp>
    <dsp:sp modelId="{749B2683-861D-EE44-985F-5A46D5429BF6}">
      <dsp:nvSpPr>
        <dsp:cNvPr id="0" name=""/>
        <dsp:cNvSpPr/>
      </dsp:nvSpPr>
      <dsp:spPr>
        <a:xfrm>
          <a:off x="880417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80417" y="124656"/>
        <a:ext cx="52178" cy="52318"/>
      </dsp:txXfrm>
    </dsp:sp>
    <dsp:sp modelId="{7BA062EB-07A5-8440-8C31-F20916CA8BCC}">
      <dsp:nvSpPr>
        <dsp:cNvPr id="0" name=""/>
        <dsp:cNvSpPr/>
      </dsp:nvSpPr>
      <dsp:spPr>
        <a:xfrm>
          <a:off x="985899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I </a:t>
          </a:r>
          <a:endParaRPr lang="en-US" sz="1300" kern="1200"/>
        </a:p>
      </dsp:txBody>
      <dsp:txXfrm>
        <a:off x="994685" y="9619"/>
        <a:ext cx="334034" cy="282392"/>
      </dsp:txXfrm>
    </dsp:sp>
    <dsp:sp modelId="{2B6CD454-0B2D-BA47-A48A-3CC04817E675}">
      <dsp:nvSpPr>
        <dsp:cNvPr id="0" name=""/>
        <dsp:cNvSpPr/>
      </dsp:nvSpPr>
      <dsp:spPr>
        <a:xfrm>
          <a:off x="1372666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72666" y="124656"/>
        <a:ext cx="52178" cy="52318"/>
      </dsp:txXfrm>
    </dsp:sp>
    <dsp:sp modelId="{6BE9B592-79C6-0547-8AA4-F7C336C119F6}">
      <dsp:nvSpPr>
        <dsp:cNvPr id="0" name=""/>
        <dsp:cNvSpPr/>
      </dsp:nvSpPr>
      <dsp:spPr>
        <a:xfrm>
          <a:off x="1478148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L </a:t>
          </a:r>
          <a:endParaRPr lang="en-US" sz="1300" kern="1200" dirty="0"/>
        </a:p>
      </dsp:txBody>
      <dsp:txXfrm>
        <a:off x="1486934" y="9619"/>
        <a:ext cx="334034" cy="282392"/>
      </dsp:txXfrm>
    </dsp:sp>
    <dsp:sp modelId="{1F504BC7-40A9-0541-99B7-3A79B1DC28D2}">
      <dsp:nvSpPr>
        <dsp:cNvPr id="0" name=""/>
        <dsp:cNvSpPr/>
      </dsp:nvSpPr>
      <dsp:spPr>
        <a:xfrm>
          <a:off x="1864915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64915" y="124656"/>
        <a:ext cx="52178" cy="52318"/>
      </dsp:txXfrm>
    </dsp:sp>
    <dsp:sp modelId="{F7F5B38E-230F-0B4F-8127-F89C1548E17B}">
      <dsp:nvSpPr>
        <dsp:cNvPr id="0" name=""/>
        <dsp:cNvSpPr/>
      </dsp:nvSpPr>
      <dsp:spPr>
        <a:xfrm>
          <a:off x="1970397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F </a:t>
          </a:r>
          <a:endParaRPr lang="en-US" sz="1300" kern="1200"/>
        </a:p>
      </dsp:txBody>
      <dsp:txXfrm>
        <a:off x="1979183" y="9619"/>
        <a:ext cx="334034" cy="282392"/>
      </dsp:txXfrm>
    </dsp:sp>
    <dsp:sp modelId="{C7168476-B74E-A94E-91BB-549ABAA75013}">
      <dsp:nvSpPr>
        <dsp:cNvPr id="0" name=""/>
        <dsp:cNvSpPr/>
      </dsp:nvSpPr>
      <dsp:spPr>
        <a:xfrm>
          <a:off x="2357164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57164" y="124656"/>
        <a:ext cx="52178" cy="52318"/>
      </dsp:txXfrm>
    </dsp:sp>
    <dsp:sp modelId="{305B4119-BED5-F648-ACB5-E4BA201833E6}">
      <dsp:nvSpPr>
        <dsp:cNvPr id="0" name=""/>
        <dsp:cNvSpPr/>
      </dsp:nvSpPr>
      <dsp:spPr>
        <a:xfrm>
          <a:off x="2462646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L </a:t>
          </a:r>
          <a:endParaRPr lang="en-US" sz="1300" kern="1200"/>
        </a:p>
      </dsp:txBody>
      <dsp:txXfrm>
        <a:off x="2471432" y="9619"/>
        <a:ext cx="334034" cy="282392"/>
      </dsp:txXfrm>
    </dsp:sp>
    <dsp:sp modelId="{08DCC042-B5F0-704E-AF24-8D3F930182E5}">
      <dsp:nvSpPr>
        <dsp:cNvPr id="0" name=""/>
        <dsp:cNvSpPr/>
      </dsp:nvSpPr>
      <dsp:spPr>
        <a:xfrm>
          <a:off x="2849413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49413" y="124656"/>
        <a:ext cx="52178" cy="52318"/>
      </dsp:txXfrm>
    </dsp:sp>
    <dsp:sp modelId="{D450794D-92CF-F449-AD02-66748DD30C7D}">
      <dsp:nvSpPr>
        <dsp:cNvPr id="0" name=""/>
        <dsp:cNvSpPr/>
      </dsp:nvSpPr>
      <dsp:spPr>
        <a:xfrm>
          <a:off x="2954895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T </a:t>
          </a:r>
          <a:endParaRPr lang="en-US" sz="1300" kern="1200"/>
        </a:p>
      </dsp:txBody>
      <dsp:txXfrm>
        <a:off x="2963681" y="9619"/>
        <a:ext cx="334034" cy="282392"/>
      </dsp:txXfrm>
    </dsp:sp>
    <dsp:sp modelId="{84FF452D-9B71-234F-92AB-2B4E0C1EE72E}">
      <dsp:nvSpPr>
        <dsp:cNvPr id="0" name=""/>
        <dsp:cNvSpPr/>
      </dsp:nvSpPr>
      <dsp:spPr>
        <a:xfrm>
          <a:off x="3341662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41662" y="124656"/>
        <a:ext cx="52178" cy="52318"/>
      </dsp:txXfrm>
    </dsp:sp>
    <dsp:sp modelId="{760E580F-6BC5-054E-A496-6B1E6D06618C}">
      <dsp:nvSpPr>
        <dsp:cNvPr id="0" name=""/>
        <dsp:cNvSpPr/>
      </dsp:nvSpPr>
      <dsp:spPr>
        <a:xfrm>
          <a:off x="3447144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W </a:t>
          </a:r>
          <a:endParaRPr lang="en-US" sz="1300" kern="1200" dirty="0"/>
        </a:p>
      </dsp:txBody>
      <dsp:txXfrm>
        <a:off x="3455930" y="9619"/>
        <a:ext cx="334034" cy="282392"/>
      </dsp:txXfrm>
    </dsp:sp>
    <dsp:sp modelId="{5C74FB61-9A93-354A-85D0-8726AABF5385}">
      <dsp:nvSpPr>
        <dsp:cNvPr id="0" name=""/>
        <dsp:cNvSpPr/>
      </dsp:nvSpPr>
      <dsp:spPr>
        <a:xfrm>
          <a:off x="3833911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33911" y="124656"/>
        <a:ext cx="52178" cy="52318"/>
      </dsp:txXfrm>
    </dsp:sp>
    <dsp:sp modelId="{125918BA-9DC8-E84D-B749-46ED8064DFD9}">
      <dsp:nvSpPr>
        <dsp:cNvPr id="0" name=""/>
        <dsp:cNvSpPr/>
      </dsp:nvSpPr>
      <dsp:spPr>
        <a:xfrm>
          <a:off x="3939392" y="833"/>
          <a:ext cx="351606" cy="299964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G </a:t>
          </a:r>
          <a:endParaRPr lang="en-US" sz="1300" kern="1200" dirty="0"/>
        </a:p>
      </dsp:txBody>
      <dsp:txXfrm>
        <a:off x="3948178" y="9619"/>
        <a:ext cx="334034" cy="282392"/>
      </dsp:txXfrm>
    </dsp:sp>
    <dsp:sp modelId="{A98D83A2-B308-A54B-8E39-01D10259AF8D}">
      <dsp:nvSpPr>
        <dsp:cNvPr id="0" name=""/>
        <dsp:cNvSpPr/>
      </dsp:nvSpPr>
      <dsp:spPr>
        <a:xfrm>
          <a:off x="4326159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26159" y="124656"/>
        <a:ext cx="52178" cy="52318"/>
      </dsp:txXfrm>
    </dsp:sp>
    <dsp:sp modelId="{222E1E1F-B159-A647-973C-D2DD98223FCE}">
      <dsp:nvSpPr>
        <dsp:cNvPr id="0" name=""/>
        <dsp:cNvSpPr/>
      </dsp:nvSpPr>
      <dsp:spPr>
        <a:xfrm>
          <a:off x="4431641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I</a:t>
          </a:r>
          <a:endParaRPr lang="en-US" sz="1300" kern="1200"/>
        </a:p>
      </dsp:txBody>
      <dsp:txXfrm>
        <a:off x="4440427" y="9619"/>
        <a:ext cx="334034" cy="28239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6853F2-2DBB-E945-B930-BF8588310D2F}">
      <dsp:nvSpPr>
        <dsp:cNvPr id="0" name=""/>
        <dsp:cNvSpPr/>
      </dsp:nvSpPr>
      <dsp:spPr>
        <a:xfrm>
          <a:off x="1401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M </a:t>
          </a:r>
          <a:endParaRPr lang="en-US" sz="1300" kern="1200" dirty="0"/>
        </a:p>
      </dsp:txBody>
      <dsp:txXfrm>
        <a:off x="10187" y="9619"/>
        <a:ext cx="334034" cy="282392"/>
      </dsp:txXfrm>
    </dsp:sp>
    <dsp:sp modelId="{C22761B4-1C44-4449-A6D8-866847BDFCDF}">
      <dsp:nvSpPr>
        <dsp:cNvPr id="0" name=""/>
        <dsp:cNvSpPr/>
      </dsp:nvSpPr>
      <dsp:spPr>
        <a:xfrm>
          <a:off x="388168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8168" y="124656"/>
        <a:ext cx="52178" cy="52318"/>
      </dsp:txXfrm>
    </dsp:sp>
    <dsp:sp modelId="{D0D43028-4BAF-074F-8E0B-7D6AE4122159}">
      <dsp:nvSpPr>
        <dsp:cNvPr id="0" name=""/>
        <dsp:cNvSpPr/>
      </dsp:nvSpPr>
      <dsp:spPr>
        <a:xfrm>
          <a:off x="493650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T </a:t>
          </a:r>
          <a:endParaRPr lang="en-US" sz="1300" kern="1200" dirty="0"/>
        </a:p>
      </dsp:txBody>
      <dsp:txXfrm>
        <a:off x="502436" y="9619"/>
        <a:ext cx="334034" cy="282392"/>
      </dsp:txXfrm>
    </dsp:sp>
    <dsp:sp modelId="{749B2683-861D-EE44-985F-5A46D5429BF6}">
      <dsp:nvSpPr>
        <dsp:cNvPr id="0" name=""/>
        <dsp:cNvSpPr/>
      </dsp:nvSpPr>
      <dsp:spPr>
        <a:xfrm>
          <a:off x="880417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80417" y="124656"/>
        <a:ext cx="52178" cy="52318"/>
      </dsp:txXfrm>
    </dsp:sp>
    <dsp:sp modelId="{7BA062EB-07A5-8440-8C31-F20916CA8BCC}">
      <dsp:nvSpPr>
        <dsp:cNvPr id="0" name=""/>
        <dsp:cNvSpPr/>
      </dsp:nvSpPr>
      <dsp:spPr>
        <a:xfrm>
          <a:off x="985899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I </a:t>
          </a:r>
          <a:endParaRPr lang="en-US" sz="1300" kern="1200"/>
        </a:p>
      </dsp:txBody>
      <dsp:txXfrm>
        <a:off x="994685" y="9619"/>
        <a:ext cx="334034" cy="282392"/>
      </dsp:txXfrm>
    </dsp:sp>
    <dsp:sp modelId="{2B6CD454-0B2D-BA47-A48A-3CC04817E675}">
      <dsp:nvSpPr>
        <dsp:cNvPr id="0" name=""/>
        <dsp:cNvSpPr/>
      </dsp:nvSpPr>
      <dsp:spPr>
        <a:xfrm>
          <a:off x="1372666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72666" y="124656"/>
        <a:ext cx="52178" cy="52318"/>
      </dsp:txXfrm>
    </dsp:sp>
    <dsp:sp modelId="{6BE9B592-79C6-0547-8AA4-F7C336C119F6}">
      <dsp:nvSpPr>
        <dsp:cNvPr id="0" name=""/>
        <dsp:cNvSpPr/>
      </dsp:nvSpPr>
      <dsp:spPr>
        <a:xfrm>
          <a:off x="1478148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L </a:t>
          </a:r>
          <a:endParaRPr lang="en-US" sz="1300" kern="1200"/>
        </a:p>
      </dsp:txBody>
      <dsp:txXfrm>
        <a:off x="1486934" y="9619"/>
        <a:ext cx="334034" cy="282392"/>
      </dsp:txXfrm>
    </dsp:sp>
    <dsp:sp modelId="{1F504BC7-40A9-0541-99B7-3A79B1DC28D2}">
      <dsp:nvSpPr>
        <dsp:cNvPr id="0" name=""/>
        <dsp:cNvSpPr/>
      </dsp:nvSpPr>
      <dsp:spPr>
        <a:xfrm>
          <a:off x="1864915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64915" y="124656"/>
        <a:ext cx="52178" cy="52318"/>
      </dsp:txXfrm>
    </dsp:sp>
    <dsp:sp modelId="{F7F5B38E-230F-0B4F-8127-F89C1548E17B}">
      <dsp:nvSpPr>
        <dsp:cNvPr id="0" name=""/>
        <dsp:cNvSpPr/>
      </dsp:nvSpPr>
      <dsp:spPr>
        <a:xfrm>
          <a:off x="1970397" y="833"/>
          <a:ext cx="351606" cy="299964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 -</a:t>
          </a:r>
          <a:endParaRPr lang="en-US" sz="1300" kern="1200" dirty="0"/>
        </a:p>
      </dsp:txBody>
      <dsp:txXfrm>
        <a:off x="1979183" y="9619"/>
        <a:ext cx="334034" cy="282392"/>
      </dsp:txXfrm>
    </dsp:sp>
    <dsp:sp modelId="{C7168476-B74E-A94E-91BB-549ABAA75013}">
      <dsp:nvSpPr>
        <dsp:cNvPr id="0" name=""/>
        <dsp:cNvSpPr/>
      </dsp:nvSpPr>
      <dsp:spPr>
        <a:xfrm>
          <a:off x="2357164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57164" y="124656"/>
        <a:ext cx="52178" cy="52318"/>
      </dsp:txXfrm>
    </dsp:sp>
    <dsp:sp modelId="{305B4119-BED5-F648-ACB5-E4BA201833E6}">
      <dsp:nvSpPr>
        <dsp:cNvPr id="0" name=""/>
        <dsp:cNvSpPr/>
      </dsp:nvSpPr>
      <dsp:spPr>
        <a:xfrm>
          <a:off x="2462646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L </a:t>
          </a:r>
          <a:endParaRPr lang="en-US" sz="1300" kern="1200" dirty="0"/>
        </a:p>
      </dsp:txBody>
      <dsp:txXfrm>
        <a:off x="2471432" y="9619"/>
        <a:ext cx="334034" cy="282392"/>
      </dsp:txXfrm>
    </dsp:sp>
    <dsp:sp modelId="{08DCC042-B5F0-704E-AF24-8D3F930182E5}">
      <dsp:nvSpPr>
        <dsp:cNvPr id="0" name=""/>
        <dsp:cNvSpPr/>
      </dsp:nvSpPr>
      <dsp:spPr>
        <a:xfrm>
          <a:off x="2849413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49413" y="124656"/>
        <a:ext cx="52178" cy="52318"/>
      </dsp:txXfrm>
    </dsp:sp>
    <dsp:sp modelId="{D450794D-92CF-F449-AD02-66748DD30C7D}">
      <dsp:nvSpPr>
        <dsp:cNvPr id="0" name=""/>
        <dsp:cNvSpPr/>
      </dsp:nvSpPr>
      <dsp:spPr>
        <a:xfrm>
          <a:off x="2954895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T </a:t>
          </a:r>
          <a:endParaRPr lang="en-US" sz="1300" kern="1200" dirty="0"/>
        </a:p>
      </dsp:txBody>
      <dsp:txXfrm>
        <a:off x="2963681" y="9619"/>
        <a:ext cx="334034" cy="282392"/>
      </dsp:txXfrm>
    </dsp:sp>
    <dsp:sp modelId="{84FF452D-9B71-234F-92AB-2B4E0C1EE72E}">
      <dsp:nvSpPr>
        <dsp:cNvPr id="0" name=""/>
        <dsp:cNvSpPr/>
      </dsp:nvSpPr>
      <dsp:spPr>
        <a:xfrm>
          <a:off x="3341662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41662" y="124656"/>
        <a:ext cx="52178" cy="52318"/>
      </dsp:txXfrm>
    </dsp:sp>
    <dsp:sp modelId="{760E580F-6BC5-054E-A496-6B1E6D06618C}">
      <dsp:nvSpPr>
        <dsp:cNvPr id="0" name=""/>
        <dsp:cNvSpPr/>
      </dsp:nvSpPr>
      <dsp:spPr>
        <a:xfrm>
          <a:off x="3447144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W </a:t>
          </a:r>
          <a:endParaRPr lang="en-US" sz="1300" kern="1200" dirty="0"/>
        </a:p>
      </dsp:txBody>
      <dsp:txXfrm>
        <a:off x="3455930" y="9619"/>
        <a:ext cx="334034" cy="282392"/>
      </dsp:txXfrm>
    </dsp:sp>
    <dsp:sp modelId="{5C74FB61-9A93-354A-85D0-8726AABF5385}">
      <dsp:nvSpPr>
        <dsp:cNvPr id="0" name=""/>
        <dsp:cNvSpPr/>
      </dsp:nvSpPr>
      <dsp:spPr>
        <a:xfrm>
          <a:off x="3833911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33911" y="124656"/>
        <a:ext cx="52178" cy="52318"/>
      </dsp:txXfrm>
    </dsp:sp>
    <dsp:sp modelId="{125918BA-9DC8-E84D-B749-46ED8064DFD9}">
      <dsp:nvSpPr>
        <dsp:cNvPr id="0" name=""/>
        <dsp:cNvSpPr/>
      </dsp:nvSpPr>
      <dsp:spPr>
        <a:xfrm>
          <a:off x="3939392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V </a:t>
          </a:r>
          <a:endParaRPr lang="en-US" sz="1300" kern="1200"/>
        </a:p>
      </dsp:txBody>
      <dsp:txXfrm>
        <a:off x="3948178" y="9619"/>
        <a:ext cx="334034" cy="282392"/>
      </dsp:txXfrm>
    </dsp:sp>
    <dsp:sp modelId="{A98D83A2-B308-A54B-8E39-01D10259AF8D}">
      <dsp:nvSpPr>
        <dsp:cNvPr id="0" name=""/>
        <dsp:cNvSpPr/>
      </dsp:nvSpPr>
      <dsp:spPr>
        <a:xfrm>
          <a:off x="4326159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26159" y="124656"/>
        <a:ext cx="52178" cy="52318"/>
      </dsp:txXfrm>
    </dsp:sp>
    <dsp:sp modelId="{222E1E1F-B159-A647-973C-D2DD98223FCE}">
      <dsp:nvSpPr>
        <dsp:cNvPr id="0" name=""/>
        <dsp:cNvSpPr/>
      </dsp:nvSpPr>
      <dsp:spPr>
        <a:xfrm>
          <a:off x="4431641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I</a:t>
          </a:r>
          <a:endParaRPr lang="en-US" sz="1300" kern="1200"/>
        </a:p>
      </dsp:txBody>
      <dsp:txXfrm>
        <a:off x="4440427" y="9619"/>
        <a:ext cx="334034" cy="28239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6853F2-2DBB-E945-B930-BF8588310D2F}">
      <dsp:nvSpPr>
        <dsp:cNvPr id="0" name=""/>
        <dsp:cNvSpPr/>
      </dsp:nvSpPr>
      <dsp:spPr>
        <a:xfrm>
          <a:off x="1401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M </a:t>
          </a:r>
          <a:endParaRPr lang="en-US" sz="1300" kern="1200"/>
        </a:p>
      </dsp:txBody>
      <dsp:txXfrm>
        <a:off x="10187" y="9619"/>
        <a:ext cx="334034" cy="282392"/>
      </dsp:txXfrm>
    </dsp:sp>
    <dsp:sp modelId="{C22761B4-1C44-4449-A6D8-866847BDFCDF}">
      <dsp:nvSpPr>
        <dsp:cNvPr id="0" name=""/>
        <dsp:cNvSpPr/>
      </dsp:nvSpPr>
      <dsp:spPr>
        <a:xfrm>
          <a:off x="388168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8168" y="124656"/>
        <a:ext cx="52178" cy="52318"/>
      </dsp:txXfrm>
    </dsp:sp>
    <dsp:sp modelId="{D0D43028-4BAF-074F-8E0B-7D6AE4122159}">
      <dsp:nvSpPr>
        <dsp:cNvPr id="0" name=""/>
        <dsp:cNvSpPr/>
      </dsp:nvSpPr>
      <dsp:spPr>
        <a:xfrm>
          <a:off x="493650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T </a:t>
          </a:r>
          <a:endParaRPr lang="en-US" sz="1300" kern="1200" dirty="0"/>
        </a:p>
      </dsp:txBody>
      <dsp:txXfrm>
        <a:off x="502436" y="9619"/>
        <a:ext cx="334034" cy="282392"/>
      </dsp:txXfrm>
    </dsp:sp>
    <dsp:sp modelId="{749B2683-861D-EE44-985F-5A46D5429BF6}">
      <dsp:nvSpPr>
        <dsp:cNvPr id="0" name=""/>
        <dsp:cNvSpPr/>
      </dsp:nvSpPr>
      <dsp:spPr>
        <a:xfrm>
          <a:off x="880417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80417" y="124656"/>
        <a:ext cx="52178" cy="52318"/>
      </dsp:txXfrm>
    </dsp:sp>
    <dsp:sp modelId="{7BA062EB-07A5-8440-8C31-F20916CA8BCC}">
      <dsp:nvSpPr>
        <dsp:cNvPr id="0" name=""/>
        <dsp:cNvSpPr/>
      </dsp:nvSpPr>
      <dsp:spPr>
        <a:xfrm>
          <a:off x="985899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I </a:t>
          </a:r>
          <a:endParaRPr lang="en-US" sz="1300" kern="1200"/>
        </a:p>
      </dsp:txBody>
      <dsp:txXfrm>
        <a:off x="994685" y="9619"/>
        <a:ext cx="334034" cy="282392"/>
      </dsp:txXfrm>
    </dsp:sp>
    <dsp:sp modelId="{2B6CD454-0B2D-BA47-A48A-3CC04817E675}">
      <dsp:nvSpPr>
        <dsp:cNvPr id="0" name=""/>
        <dsp:cNvSpPr/>
      </dsp:nvSpPr>
      <dsp:spPr>
        <a:xfrm>
          <a:off x="1372666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72666" y="124656"/>
        <a:ext cx="52178" cy="52318"/>
      </dsp:txXfrm>
    </dsp:sp>
    <dsp:sp modelId="{6BE9B592-79C6-0547-8AA4-F7C336C119F6}">
      <dsp:nvSpPr>
        <dsp:cNvPr id="0" name=""/>
        <dsp:cNvSpPr/>
      </dsp:nvSpPr>
      <dsp:spPr>
        <a:xfrm>
          <a:off x="1478148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L </a:t>
          </a:r>
          <a:endParaRPr lang="en-US" sz="1300" kern="1200" dirty="0"/>
        </a:p>
      </dsp:txBody>
      <dsp:txXfrm>
        <a:off x="1486934" y="9619"/>
        <a:ext cx="334034" cy="282392"/>
      </dsp:txXfrm>
    </dsp:sp>
    <dsp:sp modelId="{1F504BC7-40A9-0541-99B7-3A79B1DC28D2}">
      <dsp:nvSpPr>
        <dsp:cNvPr id="0" name=""/>
        <dsp:cNvSpPr/>
      </dsp:nvSpPr>
      <dsp:spPr>
        <a:xfrm>
          <a:off x="1864915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64915" y="124656"/>
        <a:ext cx="52178" cy="52318"/>
      </dsp:txXfrm>
    </dsp:sp>
    <dsp:sp modelId="{F7F5B38E-230F-0B4F-8127-F89C1548E17B}">
      <dsp:nvSpPr>
        <dsp:cNvPr id="0" name=""/>
        <dsp:cNvSpPr/>
      </dsp:nvSpPr>
      <dsp:spPr>
        <a:xfrm>
          <a:off x="1970397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F </a:t>
          </a:r>
          <a:endParaRPr lang="en-US" sz="1300" kern="1200"/>
        </a:p>
      </dsp:txBody>
      <dsp:txXfrm>
        <a:off x="1979183" y="9619"/>
        <a:ext cx="334034" cy="282392"/>
      </dsp:txXfrm>
    </dsp:sp>
    <dsp:sp modelId="{C7168476-B74E-A94E-91BB-549ABAA75013}">
      <dsp:nvSpPr>
        <dsp:cNvPr id="0" name=""/>
        <dsp:cNvSpPr/>
      </dsp:nvSpPr>
      <dsp:spPr>
        <a:xfrm>
          <a:off x="2357164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57164" y="124656"/>
        <a:ext cx="52178" cy="52318"/>
      </dsp:txXfrm>
    </dsp:sp>
    <dsp:sp modelId="{305B4119-BED5-F648-ACB5-E4BA201833E6}">
      <dsp:nvSpPr>
        <dsp:cNvPr id="0" name=""/>
        <dsp:cNvSpPr/>
      </dsp:nvSpPr>
      <dsp:spPr>
        <a:xfrm>
          <a:off x="2462646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L </a:t>
          </a:r>
          <a:endParaRPr lang="en-US" sz="1300" kern="1200"/>
        </a:p>
      </dsp:txBody>
      <dsp:txXfrm>
        <a:off x="2471432" y="9619"/>
        <a:ext cx="334034" cy="282392"/>
      </dsp:txXfrm>
    </dsp:sp>
    <dsp:sp modelId="{08DCC042-B5F0-704E-AF24-8D3F930182E5}">
      <dsp:nvSpPr>
        <dsp:cNvPr id="0" name=""/>
        <dsp:cNvSpPr/>
      </dsp:nvSpPr>
      <dsp:spPr>
        <a:xfrm>
          <a:off x="2849413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49413" y="124656"/>
        <a:ext cx="52178" cy="52318"/>
      </dsp:txXfrm>
    </dsp:sp>
    <dsp:sp modelId="{D450794D-92CF-F449-AD02-66748DD30C7D}">
      <dsp:nvSpPr>
        <dsp:cNvPr id="0" name=""/>
        <dsp:cNvSpPr/>
      </dsp:nvSpPr>
      <dsp:spPr>
        <a:xfrm>
          <a:off x="2954895" y="833"/>
          <a:ext cx="351606" cy="299964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V </a:t>
          </a:r>
          <a:endParaRPr lang="en-US" sz="1300" kern="1200" dirty="0"/>
        </a:p>
      </dsp:txBody>
      <dsp:txXfrm>
        <a:off x="2963681" y="9619"/>
        <a:ext cx="334034" cy="282392"/>
      </dsp:txXfrm>
    </dsp:sp>
    <dsp:sp modelId="{84FF452D-9B71-234F-92AB-2B4E0C1EE72E}">
      <dsp:nvSpPr>
        <dsp:cNvPr id="0" name=""/>
        <dsp:cNvSpPr/>
      </dsp:nvSpPr>
      <dsp:spPr>
        <a:xfrm>
          <a:off x="3341662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41662" y="124656"/>
        <a:ext cx="52178" cy="52318"/>
      </dsp:txXfrm>
    </dsp:sp>
    <dsp:sp modelId="{760E580F-6BC5-054E-A496-6B1E6D06618C}">
      <dsp:nvSpPr>
        <dsp:cNvPr id="0" name=""/>
        <dsp:cNvSpPr/>
      </dsp:nvSpPr>
      <dsp:spPr>
        <a:xfrm>
          <a:off x="3447144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W </a:t>
          </a:r>
          <a:endParaRPr lang="en-US" sz="1300" kern="1200" dirty="0"/>
        </a:p>
      </dsp:txBody>
      <dsp:txXfrm>
        <a:off x="3455930" y="9619"/>
        <a:ext cx="334034" cy="282392"/>
      </dsp:txXfrm>
    </dsp:sp>
    <dsp:sp modelId="{5C74FB61-9A93-354A-85D0-8726AABF5385}">
      <dsp:nvSpPr>
        <dsp:cNvPr id="0" name=""/>
        <dsp:cNvSpPr/>
      </dsp:nvSpPr>
      <dsp:spPr>
        <a:xfrm>
          <a:off x="3833911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33911" y="124656"/>
        <a:ext cx="52178" cy="52318"/>
      </dsp:txXfrm>
    </dsp:sp>
    <dsp:sp modelId="{125918BA-9DC8-E84D-B749-46ED8064DFD9}">
      <dsp:nvSpPr>
        <dsp:cNvPr id="0" name=""/>
        <dsp:cNvSpPr/>
      </dsp:nvSpPr>
      <dsp:spPr>
        <a:xfrm>
          <a:off x="3939392" y="833"/>
          <a:ext cx="351606" cy="299964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Q </a:t>
          </a:r>
          <a:endParaRPr lang="en-US" sz="1300" kern="1200" dirty="0"/>
        </a:p>
      </dsp:txBody>
      <dsp:txXfrm>
        <a:off x="3948178" y="9619"/>
        <a:ext cx="334034" cy="282392"/>
      </dsp:txXfrm>
    </dsp:sp>
    <dsp:sp modelId="{A98D83A2-B308-A54B-8E39-01D10259AF8D}">
      <dsp:nvSpPr>
        <dsp:cNvPr id="0" name=""/>
        <dsp:cNvSpPr/>
      </dsp:nvSpPr>
      <dsp:spPr>
        <a:xfrm>
          <a:off x="4326159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26159" y="124656"/>
        <a:ext cx="52178" cy="52318"/>
      </dsp:txXfrm>
    </dsp:sp>
    <dsp:sp modelId="{222E1E1F-B159-A647-973C-D2DD98223FCE}">
      <dsp:nvSpPr>
        <dsp:cNvPr id="0" name=""/>
        <dsp:cNvSpPr/>
      </dsp:nvSpPr>
      <dsp:spPr>
        <a:xfrm>
          <a:off x="4431641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I</a:t>
          </a:r>
          <a:endParaRPr lang="en-US" sz="1300" kern="1200"/>
        </a:p>
      </dsp:txBody>
      <dsp:txXfrm>
        <a:off x="4440427" y="9619"/>
        <a:ext cx="334034" cy="28239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6853F2-2DBB-E945-B930-BF8588310D2F}">
      <dsp:nvSpPr>
        <dsp:cNvPr id="0" name=""/>
        <dsp:cNvSpPr/>
      </dsp:nvSpPr>
      <dsp:spPr>
        <a:xfrm>
          <a:off x="1401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M </a:t>
          </a:r>
          <a:endParaRPr lang="en-US" sz="1300" kern="1200"/>
        </a:p>
      </dsp:txBody>
      <dsp:txXfrm>
        <a:off x="10187" y="9619"/>
        <a:ext cx="334034" cy="282392"/>
      </dsp:txXfrm>
    </dsp:sp>
    <dsp:sp modelId="{C22761B4-1C44-4449-A6D8-866847BDFCDF}">
      <dsp:nvSpPr>
        <dsp:cNvPr id="0" name=""/>
        <dsp:cNvSpPr/>
      </dsp:nvSpPr>
      <dsp:spPr>
        <a:xfrm>
          <a:off x="388168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8168" y="124656"/>
        <a:ext cx="52178" cy="52318"/>
      </dsp:txXfrm>
    </dsp:sp>
    <dsp:sp modelId="{D0D43028-4BAF-074F-8E0B-7D6AE4122159}">
      <dsp:nvSpPr>
        <dsp:cNvPr id="0" name=""/>
        <dsp:cNvSpPr/>
      </dsp:nvSpPr>
      <dsp:spPr>
        <a:xfrm>
          <a:off x="493650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T </a:t>
          </a:r>
          <a:endParaRPr lang="en-US" sz="1300" kern="1200" dirty="0"/>
        </a:p>
      </dsp:txBody>
      <dsp:txXfrm>
        <a:off x="502436" y="9619"/>
        <a:ext cx="334034" cy="282392"/>
      </dsp:txXfrm>
    </dsp:sp>
    <dsp:sp modelId="{749B2683-861D-EE44-985F-5A46D5429BF6}">
      <dsp:nvSpPr>
        <dsp:cNvPr id="0" name=""/>
        <dsp:cNvSpPr/>
      </dsp:nvSpPr>
      <dsp:spPr>
        <a:xfrm>
          <a:off x="880417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80417" y="124656"/>
        <a:ext cx="52178" cy="52318"/>
      </dsp:txXfrm>
    </dsp:sp>
    <dsp:sp modelId="{7BA062EB-07A5-8440-8C31-F20916CA8BCC}">
      <dsp:nvSpPr>
        <dsp:cNvPr id="0" name=""/>
        <dsp:cNvSpPr/>
      </dsp:nvSpPr>
      <dsp:spPr>
        <a:xfrm>
          <a:off x="985899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I </a:t>
          </a:r>
          <a:endParaRPr lang="en-US" sz="1300" kern="1200"/>
        </a:p>
      </dsp:txBody>
      <dsp:txXfrm>
        <a:off x="994685" y="9619"/>
        <a:ext cx="334034" cy="282392"/>
      </dsp:txXfrm>
    </dsp:sp>
    <dsp:sp modelId="{2B6CD454-0B2D-BA47-A48A-3CC04817E675}">
      <dsp:nvSpPr>
        <dsp:cNvPr id="0" name=""/>
        <dsp:cNvSpPr/>
      </dsp:nvSpPr>
      <dsp:spPr>
        <a:xfrm>
          <a:off x="1372666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72666" y="124656"/>
        <a:ext cx="52178" cy="52318"/>
      </dsp:txXfrm>
    </dsp:sp>
    <dsp:sp modelId="{6BE9B592-79C6-0547-8AA4-F7C336C119F6}">
      <dsp:nvSpPr>
        <dsp:cNvPr id="0" name=""/>
        <dsp:cNvSpPr/>
      </dsp:nvSpPr>
      <dsp:spPr>
        <a:xfrm>
          <a:off x="1478148" y="833"/>
          <a:ext cx="351606" cy="299964"/>
        </a:xfrm>
        <a:prstGeom prst="roundRect">
          <a:avLst>
            <a:gd name="adj" fmla="val 10000"/>
          </a:avLst>
        </a:prstGeom>
        <a:solidFill>
          <a:srgbClr val="FF26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P </a:t>
          </a:r>
          <a:endParaRPr lang="en-US" sz="1300" kern="1200" dirty="0"/>
        </a:p>
      </dsp:txBody>
      <dsp:txXfrm>
        <a:off x="1486934" y="9619"/>
        <a:ext cx="334034" cy="282392"/>
      </dsp:txXfrm>
    </dsp:sp>
    <dsp:sp modelId="{1F504BC7-40A9-0541-99B7-3A79B1DC28D2}">
      <dsp:nvSpPr>
        <dsp:cNvPr id="0" name=""/>
        <dsp:cNvSpPr/>
      </dsp:nvSpPr>
      <dsp:spPr>
        <a:xfrm>
          <a:off x="1864915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64915" y="124656"/>
        <a:ext cx="52178" cy="52318"/>
      </dsp:txXfrm>
    </dsp:sp>
    <dsp:sp modelId="{F7F5B38E-230F-0B4F-8127-F89C1548E17B}">
      <dsp:nvSpPr>
        <dsp:cNvPr id="0" name=""/>
        <dsp:cNvSpPr/>
      </dsp:nvSpPr>
      <dsp:spPr>
        <a:xfrm>
          <a:off x="1970397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F </a:t>
          </a:r>
          <a:endParaRPr lang="en-US" sz="1300" kern="1200" dirty="0"/>
        </a:p>
      </dsp:txBody>
      <dsp:txXfrm>
        <a:off x="1979183" y="9619"/>
        <a:ext cx="334034" cy="282392"/>
      </dsp:txXfrm>
    </dsp:sp>
    <dsp:sp modelId="{C7168476-B74E-A94E-91BB-549ABAA75013}">
      <dsp:nvSpPr>
        <dsp:cNvPr id="0" name=""/>
        <dsp:cNvSpPr/>
      </dsp:nvSpPr>
      <dsp:spPr>
        <a:xfrm>
          <a:off x="2357164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57164" y="124656"/>
        <a:ext cx="52178" cy="52318"/>
      </dsp:txXfrm>
    </dsp:sp>
    <dsp:sp modelId="{305B4119-BED5-F648-ACB5-E4BA201833E6}">
      <dsp:nvSpPr>
        <dsp:cNvPr id="0" name=""/>
        <dsp:cNvSpPr/>
      </dsp:nvSpPr>
      <dsp:spPr>
        <a:xfrm>
          <a:off x="2462646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L </a:t>
          </a:r>
          <a:endParaRPr lang="en-US" sz="1300" kern="1200"/>
        </a:p>
      </dsp:txBody>
      <dsp:txXfrm>
        <a:off x="2471432" y="9619"/>
        <a:ext cx="334034" cy="282392"/>
      </dsp:txXfrm>
    </dsp:sp>
    <dsp:sp modelId="{08DCC042-B5F0-704E-AF24-8D3F930182E5}">
      <dsp:nvSpPr>
        <dsp:cNvPr id="0" name=""/>
        <dsp:cNvSpPr/>
      </dsp:nvSpPr>
      <dsp:spPr>
        <a:xfrm>
          <a:off x="2849413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49413" y="124656"/>
        <a:ext cx="52178" cy="52318"/>
      </dsp:txXfrm>
    </dsp:sp>
    <dsp:sp modelId="{D450794D-92CF-F449-AD02-66748DD30C7D}">
      <dsp:nvSpPr>
        <dsp:cNvPr id="0" name=""/>
        <dsp:cNvSpPr/>
      </dsp:nvSpPr>
      <dsp:spPr>
        <a:xfrm>
          <a:off x="2954895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T </a:t>
          </a:r>
          <a:endParaRPr lang="en-US" sz="1300" kern="1200"/>
        </a:p>
      </dsp:txBody>
      <dsp:txXfrm>
        <a:off x="2963681" y="9619"/>
        <a:ext cx="334034" cy="282392"/>
      </dsp:txXfrm>
    </dsp:sp>
    <dsp:sp modelId="{84FF452D-9B71-234F-92AB-2B4E0C1EE72E}">
      <dsp:nvSpPr>
        <dsp:cNvPr id="0" name=""/>
        <dsp:cNvSpPr/>
      </dsp:nvSpPr>
      <dsp:spPr>
        <a:xfrm>
          <a:off x="3341662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41662" y="124656"/>
        <a:ext cx="52178" cy="52318"/>
      </dsp:txXfrm>
    </dsp:sp>
    <dsp:sp modelId="{760E580F-6BC5-054E-A496-6B1E6D06618C}">
      <dsp:nvSpPr>
        <dsp:cNvPr id="0" name=""/>
        <dsp:cNvSpPr/>
      </dsp:nvSpPr>
      <dsp:spPr>
        <a:xfrm>
          <a:off x="3447144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W </a:t>
          </a:r>
          <a:endParaRPr lang="en-US" sz="1300" kern="1200" dirty="0"/>
        </a:p>
      </dsp:txBody>
      <dsp:txXfrm>
        <a:off x="3455930" y="9619"/>
        <a:ext cx="334034" cy="282392"/>
      </dsp:txXfrm>
    </dsp:sp>
    <dsp:sp modelId="{5C74FB61-9A93-354A-85D0-8726AABF5385}">
      <dsp:nvSpPr>
        <dsp:cNvPr id="0" name=""/>
        <dsp:cNvSpPr/>
      </dsp:nvSpPr>
      <dsp:spPr>
        <a:xfrm>
          <a:off x="3833911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33911" y="124656"/>
        <a:ext cx="52178" cy="52318"/>
      </dsp:txXfrm>
    </dsp:sp>
    <dsp:sp modelId="{125918BA-9DC8-E84D-B749-46ED8064DFD9}">
      <dsp:nvSpPr>
        <dsp:cNvPr id="0" name=""/>
        <dsp:cNvSpPr/>
      </dsp:nvSpPr>
      <dsp:spPr>
        <a:xfrm>
          <a:off x="3939392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V </a:t>
          </a:r>
          <a:endParaRPr lang="en-US" sz="1300" kern="1200"/>
        </a:p>
      </dsp:txBody>
      <dsp:txXfrm>
        <a:off x="3948178" y="9619"/>
        <a:ext cx="334034" cy="282392"/>
      </dsp:txXfrm>
    </dsp:sp>
    <dsp:sp modelId="{A98D83A2-B308-A54B-8E39-01D10259AF8D}">
      <dsp:nvSpPr>
        <dsp:cNvPr id="0" name=""/>
        <dsp:cNvSpPr/>
      </dsp:nvSpPr>
      <dsp:spPr>
        <a:xfrm>
          <a:off x="4326159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26159" y="124656"/>
        <a:ext cx="52178" cy="52318"/>
      </dsp:txXfrm>
    </dsp:sp>
    <dsp:sp modelId="{222E1E1F-B159-A647-973C-D2DD98223FCE}">
      <dsp:nvSpPr>
        <dsp:cNvPr id="0" name=""/>
        <dsp:cNvSpPr/>
      </dsp:nvSpPr>
      <dsp:spPr>
        <a:xfrm>
          <a:off x="4431641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I</a:t>
          </a:r>
          <a:endParaRPr lang="en-US" sz="1300" kern="1200" dirty="0"/>
        </a:p>
      </dsp:txBody>
      <dsp:txXfrm>
        <a:off x="4440427" y="9619"/>
        <a:ext cx="334034" cy="28239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6853F2-2DBB-E945-B930-BF8588310D2F}">
      <dsp:nvSpPr>
        <dsp:cNvPr id="0" name=""/>
        <dsp:cNvSpPr/>
      </dsp:nvSpPr>
      <dsp:spPr>
        <a:xfrm>
          <a:off x="1401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M </a:t>
          </a:r>
          <a:endParaRPr lang="en-US" sz="1300" kern="1200"/>
        </a:p>
      </dsp:txBody>
      <dsp:txXfrm>
        <a:off x="10187" y="9619"/>
        <a:ext cx="334034" cy="282392"/>
      </dsp:txXfrm>
    </dsp:sp>
    <dsp:sp modelId="{C22761B4-1C44-4449-A6D8-866847BDFCDF}">
      <dsp:nvSpPr>
        <dsp:cNvPr id="0" name=""/>
        <dsp:cNvSpPr/>
      </dsp:nvSpPr>
      <dsp:spPr>
        <a:xfrm>
          <a:off x="388168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8168" y="124656"/>
        <a:ext cx="52178" cy="52318"/>
      </dsp:txXfrm>
    </dsp:sp>
    <dsp:sp modelId="{D0D43028-4BAF-074F-8E0B-7D6AE4122159}">
      <dsp:nvSpPr>
        <dsp:cNvPr id="0" name=""/>
        <dsp:cNvSpPr/>
      </dsp:nvSpPr>
      <dsp:spPr>
        <a:xfrm>
          <a:off x="493650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T </a:t>
          </a:r>
          <a:endParaRPr lang="en-US" sz="1300" kern="1200" dirty="0"/>
        </a:p>
      </dsp:txBody>
      <dsp:txXfrm>
        <a:off x="502436" y="9619"/>
        <a:ext cx="334034" cy="282392"/>
      </dsp:txXfrm>
    </dsp:sp>
    <dsp:sp modelId="{749B2683-861D-EE44-985F-5A46D5429BF6}">
      <dsp:nvSpPr>
        <dsp:cNvPr id="0" name=""/>
        <dsp:cNvSpPr/>
      </dsp:nvSpPr>
      <dsp:spPr>
        <a:xfrm>
          <a:off x="880417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80417" y="124656"/>
        <a:ext cx="52178" cy="52318"/>
      </dsp:txXfrm>
    </dsp:sp>
    <dsp:sp modelId="{7BA062EB-07A5-8440-8C31-F20916CA8BCC}">
      <dsp:nvSpPr>
        <dsp:cNvPr id="0" name=""/>
        <dsp:cNvSpPr/>
      </dsp:nvSpPr>
      <dsp:spPr>
        <a:xfrm>
          <a:off x="985899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I </a:t>
          </a:r>
          <a:endParaRPr lang="en-US" sz="1300" kern="1200" dirty="0"/>
        </a:p>
      </dsp:txBody>
      <dsp:txXfrm>
        <a:off x="994685" y="9619"/>
        <a:ext cx="334034" cy="282392"/>
      </dsp:txXfrm>
    </dsp:sp>
    <dsp:sp modelId="{2B6CD454-0B2D-BA47-A48A-3CC04817E675}">
      <dsp:nvSpPr>
        <dsp:cNvPr id="0" name=""/>
        <dsp:cNvSpPr/>
      </dsp:nvSpPr>
      <dsp:spPr>
        <a:xfrm>
          <a:off x="1372666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72666" y="124656"/>
        <a:ext cx="52178" cy="52318"/>
      </dsp:txXfrm>
    </dsp:sp>
    <dsp:sp modelId="{6BE9B592-79C6-0547-8AA4-F7C336C119F6}">
      <dsp:nvSpPr>
        <dsp:cNvPr id="0" name=""/>
        <dsp:cNvSpPr/>
      </dsp:nvSpPr>
      <dsp:spPr>
        <a:xfrm>
          <a:off x="1478148" y="833"/>
          <a:ext cx="351606" cy="299964"/>
        </a:xfrm>
        <a:prstGeom prst="roundRect">
          <a:avLst>
            <a:gd name="adj" fmla="val 10000"/>
          </a:avLst>
        </a:prstGeom>
        <a:solidFill>
          <a:srgbClr val="FF26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P</a:t>
          </a:r>
        </a:p>
      </dsp:txBody>
      <dsp:txXfrm>
        <a:off x="1486934" y="9619"/>
        <a:ext cx="334034" cy="282392"/>
      </dsp:txXfrm>
    </dsp:sp>
    <dsp:sp modelId="{1F504BC7-40A9-0541-99B7-3A79B1DC28D2}">
      <dsp:nvSpPr>
        <dsp:cNvPr id="0" name=""/>
        <dsp:cNvSpPr/>
      </dsp:nvSpPr>
      <dsp:spPr>
        <a:xfrm>
          <a:off x="1864915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64915" y="124656"/>
        <a:ext cx="52178" cy="52318"/>
      </dsp:txXfrm>
    </dsp:sp>
    <dsp:sp modelId="{F7F5B38E-230F-0B4F-8127-F89C1548E17B}">
      <dsp:nvSpPr>
        <dsp:cNvPr id="0" name=""/>
        <dsp:cNvSpPr/>
      </dsp:nvSpPr>
      <dsp:spPr>
        <a:xfrm>
          <a:off x="1970397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F </a:t>
          </a:r>
          <a:endParaRPr lang="en-US" sz="1300" kern="1200"/>
        </a:p>
      </dsp:txBody>
      <dsp:txXfrm>
        <a:off x="1979183" y="9619"/>
        <a:ext cx="334034" cy="282392"/>
      </dsp:txXfrm>
    </dsp:sp>
    <dsp:sp modelId="{C7168476-B74E-A94E-91BB-549ABAA75013}">
      <dsp:nvSpPr>
        <dsp:cNvPr id="0" name=""/>
        <dsp:cNvSpPr/>
      </dsp:nvSpPr>
      <dsp:spPr>
        <a:xfrm>
          <a:off x="2357164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57164" y="124656"/>
        <a:ext cx="52178" cy="52318"/>
      </dsp:txXfrm>
    </dsp:sp>
    <dsp:sp modelId="{305B4119-BED5-F648-ACB5-E4BA201833E6}">
      <dsp:nvSpPr>
        <dsp:cNvPr id="0" name=""/>
        <dsp:cNvSpPr/>
      </dsp:nvSpPr>
      <dsp:spPr>
        <a:xfrm>
          <a:off x="2462646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L </a:t>
          </a:r>
          <a:endParaRPr lang="en-US" sz="1300" kern="1200"/>
        </a:p>
      </dsp:txBody>
      <dsp:txXfrm>
        <a:off x="2471432" y="9619"/>
        <a:ext cx="334034" cy="282392"/>
      </dsp:txXfrm>
    </dsp:sp>
    <dsp:sp modelId="{08DCC042-B5F0-704E-AF24-8D3F930182E5}">
      <dsp:nvSpPr>
        <dsp:cNvPr id="0" name=""/>
        <dsp:cNvSpPr/>
      </dsp:nvSpPr>
      <dsp:spPr>
        <a:xfrm>
          <a:off x="2849413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49413" y="124656"/>
        <a:ext cx="52178" cy="52318"/>
      </dsp:txXfrm>
    </dsp:sp>
    <dsp:sp modelId="{D450794D-92CF-F449-AD02-66748DD30C7D}">
      <dsp:nvSpPr>
        <dsp:cNvPr id="0" name=""/>
        <dsp:cNvSpPr/>
      </dsp:nvSpPr>
      <dsp:spPr>
        <a:xfrm>
          <a:off x="2954895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T </a:t>
          </a:r>
          <a:endParaRPr lang="en-US" sz="1300" kern="1200"/>
        </a:p>
      </dsp:txBody>
      <dsp:txXfrm>
        <a:off x="2963681" y="9619"/>
        <a:ext cx="334034" cy="282392"/>
      </dsp:txXfrm>
    </dsp:sp>
    <dsp:sp modelId="{84FF452D-9B71-234F-92AB-2B4E0C1EE72E}">
      <dsp:nvSpPr>
        <dsp:cNvPr id="0" name=""/>
        <dsp:cNvSpPr/>
      </dsp:nvSpPr>
      <dsp:spPr>
        <a:xfrm>
          <a:off x="3341662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41662" y="124656"/>
        <a:ext cx="52178" cy="52318"/>
      </dsp:txXfrm>
    </dsp:sp>
    <dsp:sp modelId="{760E580F-6BC5-054E-A496-6B1E6D06618C}">
      <dsp:nvSpPr>
        <dsp:cNvPr id="0" name=""/>
        <dsp:cNvSpPr/>
      </dsp:nvSpPr>
      <dsp:spPr>
        <a:xfrm>
          <a:off x="3447144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W </a:t>
          </a:r>
          <a:endParaRPr lang="en-US" sz="1300" kern="1200" dirty="0"/>
        </a:p>
      </dsp:txBody>
      <dsp:txXfrm>
        <a:off x="3455930" y="9619"/>
        <a:ext cx="334034" cy="282392"/>
      </dsp:txXfrm>
    </dsp:sp>
    <dsp:sp modelId="{5C74FB61-9A93-354A-85D0-8726AABF5385}">
      <dsp:nvSpPr>
        <dsp:cNvPr id="0" name=""/>
        <dsp:cNvSpPr/>
      </dsp:nvSpPr>
      <dsp:spPr>
        <a:xfrm>
          <a:off x="3833911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33911" y="124656"/>
        <a:ext cx="52178" cy="52318"/>
      </dsp:txXfrm>
    </dsp:sp>
    <dsp:sp modelId="{125918BA-9DC8-E84D-B749-46ED8064DFD9}">
      <dsp:nvSpPr>
        <dsp:cNvPr id="0" name=""/>
        <dsp:cNvSpPr/>
      </dsp:nvSpPr>
      <dsp:spPr>
        <a:xfrm>
          <a:off x="3939392" y="833"/>
          <a:ext cx="351606" cy="299964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G </a:t>
          </a:r>
          <a:endParaRPr lang="en-US" sz="1300" kern="1200" dirty="0"/>
        </a:p>
      </dsp:txBody>
      <dsp:txXfrm>
        <a:off x="3948178" y="9619"/>
        <a:ext cx="334034" cy="282392"/>
      </dsp:txXfrm>
    </dsp:sp>
    <dsp:sp modelId="{A98D83A2-B308-A54B-8E39-01D10259AF8D}">
      <dsp:nvSpPr>
        <dsp:cNvPr id="0" name=""/>
        <dsp:cNvSpPr/>
      </dsp:nvSpPr>
      <dsp:spPr>
        <a:xfrm>
          <a:off x="4326159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26159" y="124656"/>
        <a:ext cx="52178" cy="52318"/>
      </dsp:txXfrm>
    </dsp:sp>
    <dsp:sp modelId="{222E1E1F-B159-A647-973C-D2DD98223FCE}">
      <dsp:nvSpPr>
        <dsp:cNvPr id="0" name=""/>
        <dsp:cNvSpPr/>
      </dsp:nvSpPr>
      <dsp:spPr>
        <a:xfrm>
          <a:off x="4431641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I</a:t>
          </a:r>
          <a:endParaRPr lang="en-US" sz="1300" kern="1200"/>
        </a:p>
      </dsp:txBody>
      <dsp:txXfrm>
        <a:off x="4440427" y="9619"/>
        <a:ext cx="334034" cy="28239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6853F2-2DBB-E945-B930-BF8588310D2F}">
      <dsp:nvSpPr>
        <dsp:cNvPr id="0" name=""/>
        <dsp:cNvSpPr/>
      </dsp:nvSpPr>
      <dsp:spPr>
        <a:xfrm>
          <a:off x="1401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M </a:t>
          </a:r>
          <a:endParaRPr lang="en-US" sz="1300" kern="1200" dirty="0"/>
        </a:p>
      </dsp:txBody>
      <dsp:txXfrm>
        <a:off x="10187" y="9619"/>
        <a:ext cx="334034" cy="282392"/>
      </dsp:txXfrm>
    </dsp:sp>
    <dsp:sp modelId="{C22761B4-1C44-4449-A6D8-866847BDFCDF}">
      <dsp:nvSpPr>
        <dsp:cNvPr id="0" name=""/>
        <dsp:cNvSpPr/>
      </dsp:nvSpPr>
      <dsp:spPr>
        <a:xfrm>
          <a:off x="388168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8168" y="124656"/>
        <a:ext cx="52178" cy="52318"/>
      </dsp:txXfrm>
    </dsp:sp>
    <dsp:sp modelId="{D0D43028-4BAF-074F-8E0B-7D6AE4122159}">
      <dsp:nvSpPr>
        <dsp:cNvPr id="0" name=""/>
        <dsp:cNvSpPr/>
      </dsp:nvSpPr>
      <dsp:spPr>
        <a:xfrm>
          <a:off x="493650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T </a:t>
          </a:r>
          <a:endParaRPr lang="en-US" sz="1300" kern="1200" dirty="0"/>
        </a:p>
      </dsp:txBody>
      <dsp:txXfrm>
        <a:off x="502436" y="9619"/>
        <a:ext cx="334034" cy="282392"/>
      </dsp:txXfrm>
    </dsp:sp>
    <dsp:sp modelId="{749B2683-861D-EE44-985F-5A46D5429BF6}">
      <dsp:nvSpPr>
        <dsp:cNvPr id="0" name=""/>
        <dsp:cNvSpPr/>
      </dsp:nvSpPr>
      <dsp:spPr>
        <a:xfrm>
          <a:off x="880417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80417" y="124656"/>
        <a:ext cx="52178" cy="52318"/>
      </dsp:txXfrm>
    </dsp:sp>
    <dsp:sp modelId="{7BA062EB-07A5-8440-8C31-F20916CA8BCC}">
      <dsp:nvSpPr>
        <dsp:cNvPr id="0" name=""/>
        <dsp:cNvSpPr/>
      </dsp:nvSpPr>
      <dsp:spPr>
        <a:xfrm>
          <a:off x="985899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I </a:t>
          </a:r>
          <a:endParaRPr lang="en-US" sz="1300" kern="1200"/>
        </a:p>
      </dsp:txBody>
      <dsp:txXfrm>
        <a:off x="994685" y="9619"/>
        <a:ext cx="334034" cy="282392"/>
      </dsp:txXfrm>
    </dsp:sp>
    <dsp:sp modelId="{2B6CD454-0B2D-BA47-A48A-3CC04817E675}">
      <dsp:nvSpPr>
        <dsp:cNvPr id="0" name=""/>
        <dsp:cNvSpPr/>
      </dsp:nvSpPr>
      <dsp:spPr>
        <a:xfrm>
          <a:off x="1372666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72666" y="124656"/>
        <a:ext cx="52178" cy="52318"/>
      </dsp:txXfrm>
    </dsp:sp>
    <dsp:sp modelId="{6BE9B592-79C6-0547-8AA4-F7C336C119F6}">
      <dsp:nvSpPr>
        <dsp:cNvPr id="0" name=""/>
        <dsp:cNvSpPr/>
      </dsp:nvSpPr>
      <dsp:spPr>
        <a:xfrm>
          <a:off x="1478148" y="833"/>
          <a:ext cx="351606" cy="299964"/>
        </a:xfrm>
        <a:prstGeom prst="roundRect">
          <a:avLst>
            <a:gd name="adj" fmla="val 10000"/>
          </a:avLst>
        </a:prstGeom>
        <a:solidFill>
          <a:srgbClr val="FF26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P </a:t>
          </a:r>
          <a:endParaRPr lang="en-US" sz="1300" kern="1200" dirty="0"/>
        </a:p>
      </dsp:txBody>
      <dsp:txXfrm>
        <a:off x="1486934" y="9619"/>
        <a:ext cx="334034" cy="282392"/>
      </dsp:txXfrm>
    </dsp:sp>
    <dsp:sp modelId="{1F504BC7-40A9-0541-99B7-3A79B1DC28D2}">
      <dsp:nvSpPr>
        <dsp:cNvPr id="0" name=""/>
        <dsp:cNvSpPr/>
      </dsp:nvSpPr>
      <dsp:spPr>
        <a:xfrm>
          <a:off x="1864915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64915" y="124656"/>
        <a:ext cx="52178" cy="52318"/>
      </dsp:txXfrm>
    </dsp:sp>
    <dsp:sp modelId="{F7F5B38E-230F-0B4F-8127-F89C1548E17B}">
      <dsp:nvSpPr>
        <dsp:cNvPr id="0" name=""/>
        <dsp:cNvSpPr/>
      </dsp:nvSpPr>
      <dsp:spPr>
        <a:xfrm>
          <a:off x="1970397" y="833"/>
          <a:ext cx="351606" cy="299964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 -</a:t>
          </a:r>
          <a:endParaRPr lang="en-US" sz="1300" kern="1200" dirty="0"/>
        </a:p>
      </dsp:txBody>
      <dsp:txXfrm>
        <a:off x="1979183" y="9619"/>
        <a:ext cx="334034" cy="282392"/>
      </dsp:txXfrm>
    </dsp:sp>
    <dsp:sp modelId="{C7168476-B74E-A94E-91BB-549ABAA75013}">
      <dsp:nvSpPr>
        <dsp:cNvPr id="0" name=""/>
        <dsp:cNvSpPr/>
      </dsp:nvSpPr>
      <dsp:spPr>
        <a:xfrm>
          <a:off x="2357164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57164" y="124656"/>
        <a:ext cx="52178" cy="52318"/>
      </dsp:txXfrm>
    </dsp:sp>
    <dsp:sp modelId="{305B4119-BED5-F648-ACB5-E4BA201833E6}">
      <dsp:nvSpPr>
        <dsp:cNvPr id="0" name=""/>
        <dsp:cNvSpPr/>
      </dsp:nvSpPr>
      <dsp:spPr>
        <a:xfrm>
          <a:off x="2462646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L </a:t>
          </a:r>
          <a:endParaRPr lang="en-US" sz="1300" kern="1200" dirty="0"/>
        </a:p>
      </dsp:txBody>
      <dsp:txXfrm>
        <a:off x="2471432" y="9619"/>
        <a:ext cx="334034" cy="282392"/>
      </dsp:txXfrm>
    </dsp:sp>
    <dsp:sp modelId="{08DCC042-B5F0-704E-AF24-8D3F930182E5}">
      <dsp:nvSpPr>
        <dsp:cNvPr id="0" name=""/>
        <dsp:cNvSpPr/>
      </dsp:nvSpPr>
      <dsp:spPr>
        <a:xfrm>
          <a:off x="2849413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49413" y="124656"/>
        <a:ext cx="52178" cy="52318"/>
      </dsp:txXfrm>
    </dsp:sp>
    <dsp:sp modelId="{D450794D-92CF-F449-AD02-66748DD30C7D}">
      <dsp:nvSpPr>
        <dsp:cNvPr id="0" name=""/>
        <dsp:cNvSpPr/>
      </dsp:nvSpPr>
      <dsp:spPr>
        <a:xfrm>
          <a:off x="2954895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T </a:t>
          </a:r>
          <a:endParaRPr lang="en-US" sz="1300" kern="1200" dirty="0"/>
        </a:p>
      </dsp:txBody>
      <dsp:txXfrm>
        <a:off x="2963681" y="9619"/>
        <a:ext cx="334034" cy="282392"/>
      </dsp:txXfrm>
    </dsp:sp>
    <dsp:sp modelId="{84FF452D-9B71-234F-92AB-2B4E0C1EE72E}">
      <dsp:nvSpPr>
        <dsp:cNvPr id="0" name=""/>
        <dsp:cNvSpPr/>
      </dsp:nvSpPr>
      <dsp:spPr>
        <a:xfrm>
          <a:off x="3341662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41662" y="124656"/>
        <a:ext cx="52178" cy="52318"/>
      </dsp:txXfrm>
    </dsp:sp>
    <dsp:sp modelId="{760E580F-6BC5-054E-A496-6B1E6D06618C}">
      <dsp:nvSpPr>
        <dsp:cNvPr id="0" name=""/>
        <dsp:cNvSpPr/>
      </dsp:nvSpPr>
      <dsp:spPr>
        <a:xfrm>
          <a:off x="3447144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W </a:t>
          </a:r>
          <a:endParaRPr lang="en-US" sz="1300" kern="1200" dirty="0"/>
        </a:p>
      </dsp:txBody>
      <dsp:txXfrm>
        <a:off x="3455930" y="9619"/>
        <a:ext cx="334034" cy="282392"/>
      </dsp:txXfrm>
    </dsp:sp>
    <dsp:sp modelId="{5C74FB61-9A93-354A-85D0-8726AABF5385}">
      <dsp:nvSpPr>
        <dsp:cNvPr id="0" name=""/>
        <dsp:cNvSpPr/>
      </dsp:nvSpPr>
      <dsp:spPr>
        <a:xfrm>
          <a:off x="3833911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33911" y="124656"/>
        <a:ext cx="52178" cy="52318"/>
      </dsp:txXfrm>
    </dsp:sp>
    <dsp:sp modelId="{125918BA-9DC8-E84D-B749-46ED8064DFD9}">
      <dsp:nvSpPr>
        <dsp:cNvPr id="0" name=""/>
        <dsp:cNvSpPr/>
      </dsp:nvSpPr>
      <dsp:spPr>
        <a:xfrm>
          <a:off x="3939392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V </a:t>
          </a:r>
          <a:endParaRPr lang="en-US" sz="1300" kern="1200"/>
        </a:p>
      </dsp:txBody>
      <dsp:txXfrm>
        <a:off x="3948178" y="9619"/>
        <a:ext cx="334034" cy="282392"/>
      </dsp:txXfrm>
    </dsp:sp>
    <dsp:sp modelId="{A98D83A2-B308-A54B-8E39-01D10259AF8D}">
      <dsp:nvSpPr>
        <dsp:cNvPr id="0" name=""/>
        <dsp:cNvSpPr/>
      </dsp:nvSpPr>
      <dsp:spPr>
        <a:xfrm>
          <a:off x="4326159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26159" y="124656"/>
        <a:ext cx="52178" cy="52318"/>
      </dsp:txXfrm>
    </dsp:sp>
    <dsp:sp modelId="{222E1E1F-B159-A647-973C-D2DD98223FCE}">
      <dsp:nvSpPr>
        <dsp:cNvPr id="0" name=""/>
        <dsp:cNvSpPr/>
      </dsp:nvSpPr>
      <dsp:spPr>
        <a:xfrm>
          <a:off x="4431641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I</a:t>
          </a:r>
          <a:endParaRPr lang="en-US" sz="1300" kern="1200"/>
        </a:p>
      </dsp:txBody>
      <dsp:txXfrm>
        <a:off x="4440427" y="9619"/>
        <a:ext cx="334034" cy="28239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6853F2-2DBB-E945-B930-BF8588310D2F}">
      <dsp:nvSpPr>
        <dsp:cNvPr id="0" name=""/>
        <dsp:cNvSpPr/>
      </dsp:nvSpPr>
      <dsp:spPr>
        <a:xfrm>
          <a:off x="1401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M </a:t>
          </a:r>
          <a:endParaRPr lang="en-US" sz="1300" kern="1200"/>
        </a:p>
      </dsp:txBody>
      <dsp:txXfrm>
        <a:off x="10187" y="9619"/>
        <a:ext cx="334034" cy="282392"/>
      </dsp:txXfrm>
    </dsp:sp>
    <dsp:sp modelId="{C22761B4-1C44-4449-A6D8-866847BDFCDF}">
      <dsp:nvSpPr>
        <dsp:cNvPr id="0" name=""/>
        <dsp:cNvSpPr/>
      </dsp:nvSpPr>
      <dsp:spPr>
        <a:xfrm>
          <a:off x="388168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8168" y="124656"/>
        <a:ext cx="52178" cy="52318"/>
      </dsp:txXfrm>
    </dsp:sp>
    <dsp:sp modelId="{D0D43028-4BAF-074F-8E0B-7D6AE4122159}">
      <dsp:nvSpPr>
        <dsp:cNvPr id="0" name=""/>
        <dsp:cNvSpPr/>
      </dsp:nvSpPr>
      <dsp:spPr>
        <a:xfrm>
          <a:off x="493650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T </a:t>
          </a:r>
          <a:endParaRPr lang="en-US" sz="1300" kern="1200" dirty="0"/>
        </a:p>
      </dsp:txBody>
      <dsp:txXfrm>
        <a:off x="502436" y="9619"/>
        <a:ext cx="334034" cy="282392"/>
      </dsp:txXfrm>
    </dsp:sp>
    <dsp:sp modelId="{749B2683-861D-EE44-985F-5A46D5429BF6}">
      <dsp:nvSpPr>
        <dsp:cNvPr id="0" name=""/>
        <dsp:cNvSpPr/>
      </dsp:nvSpPr>
      <dsp:spPr>
        <a:xfrm>
          <a:off x="880417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80417" y="124656"/>
        <a:ext cx="52178" cy="52318"/>
      </dsp:txXfrm>
    </dsp:sp>
    <dsp:sp modelId="{7BA062EB-07A5-8440-8C31-F20916CA8BCC}">
      <dsp:nvSpPr>
        <dsp:cNvPr id="0" name=""/>
        <dsp:cNvSpPr/>
      </dsp:nvSpPr>
      <dsp:spPr>
        <a:xfrm>
          <a:off x="985899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I </a:t>
          </a:r>
          <a:endParaRPr lang="en-US" sz="1300" kern="1200"/>
        </a:p>
      </dsp:txBody>
      <dsp:txXfrm>
        <a:off x="994685" y="9619"/>
        <a:ext cx="334034" cy="282392"/>
      </dsp:txXfrm>
    </dsp:sp>
    <dsp:sp modelId="{2B6CD454-0B2D-BA47-A48A-3CC04817E675}">
      <dsp:nvSpPr>
        <dsp:cNvPr id="0" name=""/>
        <dsp:cNvSpPr/>
      </dsp:nvSpPr>
      <dsp:spPr>
        <a:xfrm>
          <a:off x="1372666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72666" y="124656"/>
        <a:ext cx="52178" cy="52318"/>
      </dsp:txXfrm>
    </dsp:sp>
    <dsp:sp modelId="{6BE9B592-79C6-0547-8AA4-F7C336C119F6}">
      <dsp:nvSpPr>
        <dsp:cNvPr id="0" name=""/>
        <dsp:cNvSpPr/>
      </dsp:nvSpPr>
      <dsp:spPr>
        <a:xfrm>
          <a:off x="1478148" y="833"/>
          <a:ext cx="351606" cy="299964"/>
        </a:xfrm>
        <a:prstGeom prst="roundRect">
          <a:avLst>
            <a:gd name="adj" fmla="val 10000"/>
          </a:avLst>
        </a:prstGeom>
        <a:solidFill>
          <a:srgbClr val="FF26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P </a:t>
          </a:r>
          <a:endParaRPr lang="en-US" sz="1300" kern="1200" dirty="0"/>
        </a:p>
      </dsp:txBody>
      <dsp:txXfrm>
        <a:off x="1486934" y="9619"/>
        <a:ext cx="334034" cy="282392"/>
      </dsp:txXfrm>
    </dsp:sp>
    <dsp:sp modelId="{1F504BC7-40A9-0541-99B7-3A79B1DC28D2}">
      <dsp:nvSpPr>
        <dsp:cNvPr id="0" name=""/>
        <dsp:cNvSpPr/>
      </dsp:nvSpPr>
      <dsp:spPr>
        <a:xfrm>
          <a:off x="1864915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64915" y="124656"/>
        <a:ext cx="52178" cy="52318"/>
      </dsp:txXfrm>
    </dsp:sp>
    <dsp:sp modelId="{F7F5B38E-230F-0B4F-8127-F89C1548E17B}">
      <dsp:nvSpPr>
        <dsp:cNvPr id="0" name=""/>
        <dsp:cNvSpPr/>
      </dsp:nvSpPr>
      <dsp:spPr>
        <a:xfrm>
          <a:off x="1970397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F </a:t>
          </a:r>
          <a:endParaRPr lang="en-US" sz="1300" kern="1200"/>
        </a:p>
      </dsp:txBody>
      <dsp:txXfrm>
        <a:off x="1979183" y="9619"/>
        <a:ext cx="334034" cy="282392"/>
      </dsp:txXfrm>
    </dsp:sp>
    <dsp:sp modelId="{C7168476-B74E-A94E-91BB-549ABAA75013}">
      <dsp:nvSpPr>
        <dsp:cNvPr id="0" name=""/>
        <dsp:cNvSpPr/>
      </dsp:nvSpPr>
      <dsp:spPr>
        <a:xfrm>
          <a:off x="2357164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57164" y="124656"/>
        <a:ext cx="52178" cy="52318"/>
      </dsp:txXfrm>
    </dsp:sp>
    <dsp:sp modelId="{305B4119-BED5-F648-ACB5-E4BA201833E6}">
      <dsp:nvSpPr>
        <dsp:cNvPr id="0" name=""/>
        <dsp:cNvSpPr/>
      </dsp:nvSpPr>
      <dsp:spPr>
        <a:xfrm>
          <a:off x="2462646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L </a:t>
          </a:r>
          <a:endParaRPr lang="en-US" sz="1300" kern="1200"/>
        </a:p>
      </dsp:txBody>
      <dsp:txXfrm>
        <a:off x="2471432" y="9619"/>
        <a:ext cx="334034" cy="282392"/>
      </dsp:txXfrm>
    </dsp:sp>
    <dsp:sp modelId="{08DCC042-B5F0-704E-AF24-8D3F930182E5}">
      <dsp:nvSpPr>
        <dsp:cNvPr id="0" name=""/>
        <dsp:cNvSpPr/>
      </dsp:nvSpPr>
      <dsp:spPr>
        <a:xfrm>
          <a:off x="2849413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49413" y="124656"/>
        <a:ext cx="52178" cy="52318"/>
      </dsp:txXfrm>
    </dsp:sp>
    <dsp:sp modelId="{D450794D-92CF-F449-AD02-66748DD30C7D}">
      <dsp:nvSpPr>
        <dsp:cNvPr id="0" name=""/>
        <dsp:cNvSpPr/>
      </dsp:nvSpPr>
      <dsp:spPr>
        <a:xfrm>
          <a:off x="2954895" y="833"/>
          <a:ext cx="351606" cy="299964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V </a:t>
          </a:r>
          <a:endParaRPr lang="en-US" sz="1300" kern="1200" dirty="0"/>
        </a:p>
      </dsp:txBody>
      <dsp:txXfrm>
        <a:off x="2963681" y="9619"/>
        <a:ext cx="334034" cy="282392"/>
      </dsp:txXfrm>
    </dsp:sp>
    <dsp:sp modelId="{84FF452D-9B71-234F-92AB-2B4E0C1EE72E}">
      <dsp:nvSpPr>
        <dsp:cNvPr id="0" name=""/>
        <dsp:cNvSpPr/>
      </dsp:nvSpPr>
      <dsp:spPr>
        <a:xfrm>
          <a:off x="3341662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41662" y="124656"/>
        <a:ext cx="52178" cy="52318"/>
      </dsp:txXfrm>
    </dsp:sp>
    <dsp:sp modelId="{760E580F-6BC5-054E-A496-6B1E6D06618C}">
      <dsp:nvSpPr>
        <dsp:cNvPr id="0" name=""/>
        <dsp:cNvSpPr/>
      </dsp:nvSpPr>
      <dsp:spPr>
        <a:xfrm>
          <a:off x="3447144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W </a:t>
          </a:r>
          <a:endParaRPr lang="en-US" sz="1300" kern="1200" dirty="0"/>
        </a:p>
      </dsp:txBody>
      <dsp:txXfrm>
        <a:off x="3455930" y="9619"/>
        <a:ext cx="334034" cy="282392"/>
      </dsp:txXfrm>
    </dsp:sp>
    <dsp:sp modelId="{5C74FB61-9A93-354A-85D0-8726AABF5385}">
      <dsp:nvSpPr>
        <dsp:cNvPr id="0" name=""/>
        <dsp:cNvSpPr/>
      </dsp:nvSpPr>
      <dsp:spPr>
        <a:xfrm>
          <a:off x="3833911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33911" y="124656"/>
        <a:ext cx="52178" cy="52318"/>
      </dsp:txXfrm>
    </dsp:sp>
    <dsp:sp modelId="{125918BA-9DC8-E84D-B749-46ED8064DFD9}">
      <dsp:nvSpPr>
        <dsp:cNvPr id="0" name=""/>
        <dsp:cNvSpPr/>
      </dsp:nvSpPr>
      <dsp:spPr>
        <a:xfrm>
          <a:off x="3939392" y="833"/>
          <a:ext cx="351606" cy="299964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Q </a:t>
          </a:r>
          <a:endParaRPr lang="en-US" sz="1300" kern="1200" dirty="0"/>
        </a:p>
      </dsp:txBody>
      <dsp:txXfrm>
        <a:off x="3948178" y="9619"/>
        <a:ext cx="334034" cy="282392"/>
      </dsp:txXfrm>
    </dsp:sp>
    <dsp:sp modelId="{A98D83A2-B308-A54B-8E39-01D10259AF8D}">
      <dsp:nvSpPr>
        <dsp:cNvPr id="0" name=""/>
        <dsp:cNvSpPr/>
      </dsp:nvSpPr>
      <dsp:spPr>
        <a:xfrm>
          <a:off x="4326159" y="107216"/>
          <a:ext cx="74540" cy="87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26159" y="124656"/>
        <a:ext cx="52178" cy="52318"/>
      </dsp:txXfrm>
    </dsp:sp>
    <dsp:sp modelId="{222E1E1F-B159-A647-973C-D2DD98223FCE}">
      <dsp:nvSpPr>
        <dsp:cNvPr id="0" name=""/>
        <dsp:cNvSpPr/>
      </dsp:nvSpPr>
      <dsp:spPr>
        <a:xfrm>
          <a:off x="4431641" y="833"/>
          <a:ext cx="351606" cy="29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I</a:t>
          </a:r>
          <a:endParaRPr lang="en-US" sz="1300" kern="1200"/>
        </a:p>
      </dsp:txBody>
      <dsp:txXfrm>
        <a:off x="4440427" y="9619"/>
        <a:ext cx="334034" cy="2823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396BCE-8436-5E4B-B2EC-45A9B03F3405}" type="datetimeFigureOut">
              <a:rPr lang="en-US" smtClean="0"/>
              <a:t>10/2/25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0EC098-8491-054D-9A7F-ADED1F8CA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291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07CE5-56C3-16D4-60B8-F93316BED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8E55F2-E4DA-D447-2C31-97C613BA5F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5F9DA6-820D-1248-CAC6-88A83B5BD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took a different approach. </a:t>
            </a:r>
          </a:p>
          <a:p>
            <a:endParaRPr lang="en-US" dirty="0"/>
          </a:p>
          <a:p>
            <a:r>
              <a:rPr lang="en-US" dirty="0"/>
              <a:t>Instead of just computing VEP on a single reference sequence, we repeated the VEP procedure on personalized genomes from thousands of individuals to a build distribution of VEPs, and see where the reference falls within that distribution.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B4448E-EBA3-2907-60B1-1F74D82618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BCE897-EDB9-C040-A1BE-C24B073651E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9835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75C39-0993-F32E-4AF7-0D3A5E4D8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DCDC79-82EF-3224-4CD0-D05BFC7BF3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A4E742-A025-17C1-AE1A-76F730A9C2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took a different approach. </a:t>
            </a:r>
          </a:p>
          <a:p>
            <a:endParaRPr lang="en-US" dirty="0"/>
          </a:p>
          <a:p>
            <a:r>
              <a:rPr lang="en-US" dirty="0"/>
              <a:t>Instead of just computing VEP on a single reference sequence, we repeated the VEP procedure on personalized genomes from thousands of individuals to a build distribution of VEPs, and see where the reference falls within that distribution.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69268A-9B6E-98E0-DD85-3FE409C0C1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BCE897-EDB9-C040-A1BE-C24B073651E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246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0EC098-8491-054D-9A7F-ADED1F8CA3A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971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F069E-09F6-D18B-6BDA-D19B7A6CF0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6282C-757F-10F9-D3DF-5AC905D8ED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F07C0-EB68-F5D1-7DA4-19CAF7DA6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51A73-5757-9E4F-9CE4-87C840708D9E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C2D0D-37BB-D742-D1AB-CC7ED3502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C803B-B0EE-48A0-DB09-303AEFB6A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DDFB5-6E7B-AD4F-BF16-229D40A7A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537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6D2F2-2B48-C510-28F0-FC10D201E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8BD42-28FF-42E5-054F-6FF2CA7D1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F5027-55D6-9BFF-F549-008B16E8C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51A73-5757-9E4F-9CE4-87C840708D9E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80C34-7544-E64C-D1F4-82A7BE4F0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E22A2-5AC5-9179-8B40-F47EEFB12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DDFB5-6E7B-AD4F-BF16-229D40A7A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67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B082B-D888-793E-EF7C-B0758637C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70D368-9A9E-2AB3-8809-4C8AD9FCF3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9561D-376B-7300-770B-5A919194C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51A73-5757-9E4F-9CE4-87C840708D9E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8CC53-2C4D-984B-C08E-EA39A6F78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C125F-9EF0-0505-3B65-5E4983F46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DDFB5-6E7B-AD4F-BF16-229D40A7A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371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B5F6C-B738-D6D1-C167-FFFDF3139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7EC9E-DFDA-86E7-0B11-C5F0009813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33AC26-5A96-A597-E4EF-61FD16298D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334C11-4C35-84BA-4789-EA5823083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51A73-5757-9E4F-9CE4-87C840708D9E}" type="datetimeFigureOut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AC7C6E-437F-B768-956D-A86DBBF0A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00ED50-8682-AAE5-EBCE-E4FAA3E1C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DDFB5-6E7B-AD4F-BF16-229D40A7A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55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232A5-3865-D270-F77B-B2961D7E0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F2340C-F184-631F-0935-315A576D4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85407F-DBE4-7AC1-E721-688721F3D6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A2B680-6DD9-608A-C6F4-2F9F58841C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A3F828-58FF-CB62-5404-834BEDBCD6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BBE0CD-6510-9A12-1E28-0F0A3F6F5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51A73-5757-9E4F-9CE4-87C840708D9E}" type="datetimeFigureOut">
              <a:rPr lang="en-US" smtClean="0"/>
              <a:t>10/2/25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698264-3F30-7228-2D92-8D8511DFB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C35186-506E-41C0-7A4A-4F9619D39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DDFB5-6E7B-AD4F-BF16-229D40A7A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267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77C2A-DBBF-810C-A38B-FD391A845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9F6304-7A83-AE0C-B571-8854B8F1E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51A73-5757-9E4F-9CE4-87C840708D9E}" type="datetimeFigureOut">
              <a:rPr lang="en-US" smtClean="0"/>
              <a:t>10/2/25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34AE8D-80B2-3BC6-BE01-C9B912C66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425348-4391-60E3-C7ED-C95756FEA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DDFB5-6E7B-AD4F-BF16-229D40A7A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104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1309BE-DFE9-795B-2063-B91CBFFA4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51A73-5757-9E4F-9CE4-87C840708D9E}" type="datetimeFigureOut">
              <a:rPr lang="en-US" smtClean="0"/>
              <a:t>10/2/25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137B9A-261C-05CD-DE77-80BF3B601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02319-9755-CD80-EF78-6D3EA03C9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DDFB5-6E7B-AD4F-BF16-229D40A7A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182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45141-C644-3EE4-E32A-10893201E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B940E-989F-7D5A-B2A1-16DA12BEC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022E33-4474-E59C-3F88-3CF7A66ABC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76B51F-1B90-E1FE-A9D4-102033748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51A73-5757-9E4F-9CE4-87C840708D9E}" type="datetimeFigureOut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E8FD15-B317-07AE-CC50-FC9FAB4A9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799A39-BAB8-73DB-AADF-CF4A1182F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DDFB5-6E7B-AD4F-BF16-229D40A7A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277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B9B3B-E5F0-AEF1-5895-FB3912CAA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287646-0382-53D7-B608-AB01D43BA1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B0C90A-21EB-CA32-8F2F-8E2560FDEF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20A9D6-EDDA-A8FA-1D0C-708828564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51A73-5757-9E4F-9CE4-87C840708D9E}" type="datetimeFigureOut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A85E23-1ED4-0EC8-64DA-17440AF85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8646B8-C76B-77E1-E960-8AE672C23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DDFB5-6E7B-AD4F-BF16-229D40A7A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482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B99F7-3D92-3EC0-3E60-3FF366F46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64B494-772D-42D8-9ED0-BC05CF060D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DCC12-0709-70E8-D76D-8ACD30431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51A73-5757-9E4F-9CE4-87C840708D9E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2F864-64F4-2232-2941-05103F000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56396-C810-51E2-8724-BEF5F90BE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DDFB5-6E7B-AD4F-BF16-229D40A7A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95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8D7B03-F965-B019-4D1A-AECC08C301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BAB2B7-468D-B3AC-E742-26EA8F7210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7EA7B-F351-5339-9DB3-B3D8A63FB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51A73-5757-9E4F-9CE4-87C840708D9E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2EEF3-32D4-9D67-062D-BEFF74A58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820300-2265-8572-CA48-44D107909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DDFB5-6E7B-AD4F-BF16-229D40A7A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947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450179-A2CD-E2AF-5688-F7BCC77CD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991BA-8EED-7124-3705-2EC224406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4F4D8-8332-CFCB-ADC8-32486A16F7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551A73-5757-9E4F-9CE4-87C840708D9E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622E3-B919-2AF3-2399-992E099CF0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4C352-C092-D037-4516-43977D32F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6DDFB5-6E7B-AD4F-BF16-229D40A7A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087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diagramQuickStyle" Target="../diagrams/quickStyle2.xml"/><Relationship Id="rId18" Type="http://schemas.openxmlformats.org/officeDocument/2006/relationships/diagramQuickStyle" Target="../diagrams/quickStyle3.xml"/><Relationship Id="rId26" Type="http://schemas.openxmlformats.org/officeDocument/2006/relationships/diagramLayout" Target="../diagrams/layout4.xml"/><Relationship Id="rId39" Type="http://schemas.microsoft.com/office/2007/relationships/diagramDrawing" Target="../diagrams/drawing6.xml"/><Relationship Id="rId21" Type="http://schemas.openxmlformats.org/officeDocument/2006/relationships/image" Target="../media/image4.png"/><Relationship Id="rId34" Type="http://schemas.microsoft.com/office/2007/relationships/diagramDrawing" Target="../diagrams/drawing5.xml"/><Relationship Id="rId42" Type="http://schemas.openxmlformats.org/officeDocument/2006/relationships/diagramQuickStyle" Target="../diagrams/quickStyle7.xml"/><Relationship Id="rId47" Type="http://schemas.openxmlformats.org/officeDocument/2006/relationships/diagramQuickStyle" Target="../diagrams/quickStyle8.xml"/><Relationship Id="rId50" Type="http://schemas.openxmlformats.org/officeDocument/2006/relationships/image" Target="../media/image8.png"/><Relationship Id="rId7" Type="http://schemas.openxmlformats.org/officeDocument/2006/relationships/diagramLayout" Target="../diagrams/layout1.xml"/><Relationship Id="rId2" Type="http://schemas.openxmlformats.org/officeDocument/2006/relationships/notesSlide" Target="../notesSlides/notesSlide1.xml"/><Relationship Id="rId16" Type="http://schemas.openxmlformats.org/officeDocument/2006/relationships/diagramData" Target="../diagrams/data3.xml"/><Relationship Id="rId29" Type="http://schemas.microsoft.com/office/2007/relationships/diagramDrawing" Target="../diagrams/drawing4.xml"/><Relationship Id="rId11" Type="http://schemas.openxmlformats.org/officeDocument/2006/relationships/diagramData" Target="../diagrams/data2.xml"/><Relationship Id="rId24" Type="http://schemas.openxmlformats.org/officeDocument/2006/relationships/image" Target="../media/image7.svg"/><Relationship Id="rId32" Type="http://schemas.openxmlformats.org/officeDocument/2006/relationships/diagramQuickStyle" Target="../diagrams/quickStyle5.xml"/><Relationship Id="rId37" Type="http://schemas.openxmlformats.org/officeDocument/2006/relationships/diagramQuickStyle" Target="../diagrams/quickStyle6.xml"/><Relationship Id="rId40" Type="http://schemas.openxmlformats.org/officeDocument/2006/relationships/diagramData" Target="../diagrams/data7.xml"/><Relationship Id="rId45" Type="http://schemas.openxmlformats.org/officeDocument/2006/relationships/diagramData" Target="../diagrams/data8.xml"/><Relationship Id="rId5" Type="http://schemas.openxmlformats.org/officeDocument/2006/relationships/image" Target="../media/image3.png"/><Relationship Id="rId15" Type="http://schemas.microsoft.com/office/2007/relationships/diagramDrawing" Target="../diagrams/drawing2.xml"/><Relationship Id="rId23" Type="http://schemas.openxmlformats.org/officeDocument/2006/relationships/image" Target="../media/image6.png"/><Relationship Id="rId28" Type="http://schemas.openxmlformats.org/officeDocument/2006/relationships/diagramColors" Target="../diagrams/colors4.xml"/><Relationship Id="rId36" Type="http://schemas.openxmlformats.org/officeDocument/2006/relationships/diagramLayout" Target="../diagrams/layout6.xml"/><Relationship Id="rId49" Type="http://schemas.microsoft.com/office/2007/relationships/diagramDrawing" Target="../diagrams/drawing8.xml"/><Relationship Id="rId10" Type="http://schemas.microsoft.com/office/2007/relationships/diagramDrawing" Target="../diagrams/drawing1.xml"/><Relationship Id="rId19" Type="http://schemas.openxmlformats.org/officeDocument/2006/relationships/diagramColors" Target="../diagrams/colors3.xml"/><Relationship Id="rId31" Type="http://schemas.openxmlformats.org/officeDocument/2006/relationships/diagramLayout" Target="../diagrams/layout5.xml"/><Relationship Id="rId44" Type="http://schemas.microsoft.com/office/2007/relationships/diagramDrawing" Target="../diagrams/drawing7.xml"/><Relationship Id="rId4" Type="http://schemas.openxmlformats.org/officeDocument/2006/relationships/image" Target="../media/image2.png"/><Relationship Id="rId9" Type="http://schemas.openxmlformats.org/officeDocument/2006/relationships/diagramColors" Target="../diagrams/colors1.xml"/><Relationship Id="rId14" Type="http://schemas.openxmlformats.org/officeDocument/2006/relationships/diagramColors" Target="../diagrams/colors2.xml"/><Relationship Id="rId22" Type="http://schemas.openxmlformats.org/officeDocument/2006/relationships/image" Target="../media/image5.svg"/><Relationship Id="rId27" Type="http://schemas.openxmlformats.org/officeDocument/2006/relationships/diagramQuickStyle" Target="../diagrams/quickStyle4.xml"/><Relationship Id="rId30" Type="http://schemas.openxmlformats.org/officeDocument/2006/relationships/diagramData" Target="../diagrams/data5.xml"/><Relationship Id="rId35" Type="http://schemas.openxmlformats.org/officeDocument/2006/relationships/diagramData" Target="../diagrams/data6.xml"/><Relationship Id="rId43" Type="http://schemas.openxmlformats.org/officeDocument/2006/relationships/diagramColors" Target="../diagrams/colors7.xml"/><Relationship Id="rId48" Type="http://schemas.openxmlformats.org/officeDocument/2006/relationships/diagramColors" Target="../diagrams/colors8.xml"/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1.png"/><Relationship Id="rId12" Type="http://schemas.openxmlformats.org/officeDocument/2006/relationships/diagramLayout" Target="../diagrams/layout2.xml"/><Relationship Id="rId17" Type="http://schemas.openxmlformats.org/officeDocument/2006/relationships/diagramLayout" Target="../diagrams/layout3.xml"/><Relationship Id="rId25" Type="http://schemas.openxmlformats.org/officeDocument/2006/relationships/diagramData" Target="../diagrams/data4.xml"/><Relationship Id="rId33" Type="http://schemas.openxmlformats.org/officeDocument/2006/relationships/diagramColors" Target="../diagrams/colors5.xml"/><Relationship Id="rId38" Type="http://schemas.openxmlformats.org/officeDocument/2006/relationships/diagramColors" Target="../diagrams/colors6.xml"/><Relationship Id="rId46" Type="http://schemas.openxmlformats.org/officeDocument/2006/relationships/diagramLayout" Target="../diagrams/layout8.xml"/><Relationship Id="rId20" Type="http://schemas.microsoft.com/office/2007/relationships/diagramDrawing" Target="../diagrams/drawing3.xml"/><Relationship Id="rId41" Type="http://schemas.openxmlformats.org/officeDocument/2006/relationships/diagramLayout" Target="../diagrams/layout7.xml"/><Relationship Id="rId1" Type="http://schemas.openxmlformats.org/officeDocument/2006/relationships/slideLayout" Target="../slideLayouts/slideLayout1.xml"/><Relationship Id="rId6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C4B8D-4522-2CC1-3942-D2C6D85AA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ED1487F7-0183-862B-1F0F-A115D82DB694}"/>
              </a:ext>
            </a:extLst>
          </p:cNvPr>
          <p:cNvGrpSpPr>
            <a:grpSpLocks noChangeAspect="1"/>
          </p:cNvGrpSpPr>
          <p:nvPr/>
        </p:nvGrpSpPr>
        <p:grpSpPr>
          <a:xfrm>
            <a:off x="10041426" y="858505"/>
            <a:ext cx="3044851" cy="1293279"/>
            <a:chOff x="-2466454" y="-180476"/>
            <a:chExt cx="16387064" cy="6960286"/>
          </a:xfrm>
        </p:grpSpPr>
        <p:pic>
          <p:nvPicPr>
            <p:cNvPr id="52" name="Picture 51" descr="A blue and yellow spirals&#10;&#10;AI-generated content may be incorrect.">
              <a:extLst>
                <a:ext uri="{FF2B5EF4-FFF2-40B4-BE49-F238E27FC236}">
                  <a16:creationId xmlns:a16="http://schemas.microsoft.com/office/drawing/2014/main" id="{7FE3E4ED-8283-1541-9EDC-EB37F28CC6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82890" y="-78190"/>
              <a:ext cx="4537720" cy="6858000"/>
            </a:xfrm>
            <a:prstGeom prst="rect">
              <a:avLst/>
            </a:prstGeom>
          </p:spPr>
        </p:pic>
        <p:pic>
          <p:nvPicPr>
            <p:cNvPr id="6" name="Picture 5" descr="A blue and yellow spiraled protein&#10;&#10;AI-generated content may be incorrect.">
              <a:extLst>
                <a:ext uri="{FF2B5EF4-FFF2-40B4-BE49-F238E27FC236}">
                  <a16:creationId xmlns:a16="http://schemas.microsoft.com/office/drawing/2014/main" id="{D5179EF8-E609-CF85-600D-DC86567C1E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5682"/>
            <a:stretch>
              <a:fillRect/>
            </a:stretch>
          </p:blipFill>
          <p:spPr>
            <a:xfrm>
              <a:off x="4056524" y="-180476"/>
              <a:ext cx="5771767" cy="6858000"/>
            </a:xfrm>
            <a:prstGeom prst="rect">
              <a:avLst/>
            </a:prstGeom>
          </p:spPr>
        </p:pic>
        <p:pic>
          <p:nvPicPr>
            <p:cNvPr id="50" name="Picture 49" descr="A blue and yellow spiral structure&#10;&#10;AI-generated content may be incorrect.">
              <a:extLst>
                <a:ext uri="{FF2B5EF4-FFF2-40B4-BE49-F238E27FC236}">
                  <a16:creationId xmlns:a16="http://schemas.microsoft.com/office/drawing/2014/main" id="{40D737F6-7F7D-00DA-5797-C7BEDEFA3A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6884"/>
            <a:stretch>
              <a:fillRect/>
            </a:stretch>
          </p:blipFill>
          <p:spPr>
            <a:xfrm>
              <a:off x="-2466454" y="-85186"/>
              <a:ext cx="7237347" cy="6711297"/>
            </a:xfrm>
            <a:prstGeom prst="rect">
              <a:avLst/>
            </a:prstGeom>
          </p:spPr>
        </p:pic>
      </p:grpSp>
      <p:sp>
        <p:nvSpPr>
          <p:cNvPr id="7" name="Bent-Up Arrow 6">
            <a:extLst>
              <a:ext uri="{FF2B5EF4-FFF2-40B4-BE49-F238E27FC236}">
                <a16:creationId xmlns:a16="http://schemas.microsoft.com/office/drawing/2014/main" id="{29772DCB-D9B5-FFB3-5F40-D1E7EA8DD08C}"/>
              </a:ext>
            </a:extLst>
          </p:cNvPr>
          <p:cNvSpPr/>
          <p:nvPr/>
        </p:nvSpPr>
        <p:spPr>
          <a:xfrm rot="16200000" flipV="1">
            <a:off x="7517866" y="1127159"/>
            <a:ext cx="1324633" cy="446107"/>
          </a:xfrm>
          <a:prstGeom prst="bentUpArrow">
            <a:avLst/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56205C93-5514-4195-435B-B600C0D32993}"/>
              </a:ext>
            </a:extLst>
          </p:cNvPr>
          <p:cNvSpPr/>
          <p:nvPr/>
        </p:nvSpPr>
        <p:spPr>
          <a:xfrm rot="5400000">
            <a:off x="7220266" y="1270321"/>
            <a:ext cx="2351370" cy="877641"/>
          </a:xfrm>
          <a:prstGeom prst="triangle">
            <a:avLst/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6862D10-6BAB-3B93-718E-3CCE8B70AC5A}"/>
              </a:ext>
            </a:extLst>
          </p:cNvPr>
          <p:cNvGrpSpPr/>
          <p:nvPr/>
        </p:nvGrpSpPr>
        <p:grpSpPr>
          <a:xfrm>
            <a:off x="4329410" y="2840458"/>
            <a:ext cx="605098" cy="1058230"/>
            <a:chOff x="5797583" y="4462381"/>
            <a:chExt cx="748923" cy="105823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6C1C3A7-CCB1-9DBE-738E-B838B880E76A}"/>
                </a:ext>
              </a:extLst>
            </p:cNvPr>
            <p:cNvSpPr txBox="1"/>
            <p:nvPr/>
          </p:nvSpPr>
          <p:spPr>
            <a:xfrm>
              <a:off x="5797583" y="4831882"/>
              <a:ext cx="748923" cy="357545"/>
            </a:xfrm>
            <a:prstGeom prst="roundRect">
              <a:avLst/>
            </a:prstGeom>
            <a:solidFill>
              <a:srgbClr val="FF2600"/>
            </a:solidFill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4L&gt;P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F91573C-05F1-B8CD-FE41-9948777911BC}"/>
                </a:ext>
              </a:extLst>
            </p:cNvPr>
            <p:cNvSpPr txBox="1"/>
            <p:nvPr/>
          </p:nvSpPr>
          <p:spPr>
            <a:xfrm>
              <a:off x="6002767" y="446238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alibri" panose="020F0502020204030204" pitchFamily="34" charset="0"/>
                  <a:cs typeface="Calibri" panose="020F0502020204030204" pitchFamily="34" charset="0"/>
                </a:rPr>
                <a:t>+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199A5F5-DC8F-B925-C6F7-B85BD6C02F6C}"/>
                </a:ext>
              </a:extLst>
            </p:cNvPr>
            <p:cNvSpPr txBox="1"/>
            <p:nvPr/>
          </p:nvSpPr>
          <p:spPr>
            <a:xfrm rot="5400000">
              <a:off x="6113367" y="5185903"/>
              <a:ext cx="300082" cy="369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alibri" panose="020F0502020204030204" pitchFamily="34" charset="0"/>
                  <a:cs typeface="Calibri" panose="020F0502020204030204" pitchFamily="34" charset="0"/>
                </a:rPr>
                <a:t>=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F9E74AF5-1D24-4669-5C56-B2C831D36DF5}"/>
              </a:ext>
            </a:extLst>
          </p:cNvPr>
          <p:cNvSpPr/>
          <p:nvPr/>
        </p:nvSpPr>
        <p:spPr>
          <a:xfrm>
            <a:off x="157649" y="527116"/>
            <a:ext cx="7791044" cy="2351369"/>
          </a:xfrm>
          <a:prstGeom prst="rect">
            <a:avLst/>
          </a:prstGeom>
          <a:solidFill>
            <a:srgbClr val="7675E5">
              <a:alpha val="2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Wildtype </a:t>
            </a:r>
          </a:p>
          <a:p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Sequences</a:t>
            </a:r>
          </a:p>
          <a:p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(WT)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04B058-6075-3300-E4FE-A813F4989CC7}"/>
              </a:ext>
            </a:extLst>
          </p:cNvPr>
          <p:cNvSpPr/>
          <p:nvPr/>
        </p:nvSpPr>
        <p:spPr>
          <a:xfrm>
            <a:off x="1346740" y="773788"/>
            <a:ext cx="6525321" cy="399693"/>
          </a:xfrm>
          <a:prstGeom prst="rect">
            <a:avLst/>
          </a:prstGeom>
          <a:solidFill>
            <a:srgbClr val="7675E5">
              <a:alpha val="2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Reference Genome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8B897D-CF17-DC90-AC62-8D60B7E34E29}"/>
              </a:ext>
            </a:extLst>
          </p:cNvPr>
          <p:cNvSpPr/>
          <p:nvPr/>
        </p:nvSpPr>
        <p:spPr>
          <a:xfrm>
            <a:off x="1346740" y="1253905"/>
            <a:ext cx="6525321" cy="1477446"/>
          </a:xfrm>
          <a:prstGeom prst="rect">
            <a:avLst/>
          </a:prstGeom>
          <a:solidFill>
            <a:srgbClr val="7675E5">
              <a:alpha val="2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Personalized Genomes</a:t>
            </a:r>
          </a:p>
        </p:txBody>
      </p:sp>
      <p:graphicFrame>
        <p:nvGraphicFramePr>
          <p:cNvPr id="19" name="Diagram 18">
            <a:extLst>
              <a:ext uri="{FF2B5EF4-FFF2-40B4-BE49-F238E27FC236}">
                <a16:creationId xmlns:a16="http://schemas.microsoft.com/office/drawing/2014/main" id="{44745B12-29B4-0D90-5FA8-B4E8412FF1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4635556"/>
              </p:ext>
            </p:extLst>
          </p:nvPr>
        </p:nvGraphicFramePr>
        <p:xfrm>
          <a:off x="2982439" y="825168"/>
          <a:ext cx="4784650" cy="3016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CB63CB79-1604-43B9-A42E-BA9F2F0B6D0C}"/>
              </a:ext>
            </a:extLst>
          </p:cNvPr>
          <p:cNvSpPr txBox="1"/>
          <p:nvPr/>
        </p:nvSpPr>
        <p:spPr>
          <a:xfrm>
            <a:off x="3487870" y="3059313"/>
            <a:ext cx="13488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A797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Clinical </a:t>
            </a:r>
          </a:p>
          <a:p>
            <a:r>
              <a:rPr lang="en-US" dirty="0">
                <a:solidFill>
                  <a:srgbClr val="EA797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Variant</a:t>
            </a:r>
          </a:p>
        </p:txBody>
      </p:sp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C3D72AF9-25E1-61AD-1025-1BF568D173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0255434"/>
              </p:ext>
            </p:extLst>
          </p:nvPr>
        </p:nvGraphicFramePr>
        <p:xfrm>
          <a:off x="2993505" y="1694214"/>
          <a:ext cx="4784650" cy="3016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  <p:graphicFrame>
        <p:nvGraphicFramePr>
          <p:cNvPr id="22" name="Diagram 21">
            <a:extLst>
              <a:ext uri="{FF2B5EF4-FFF2-40B4-BE49-F238E27FC236}">
                <a16:creationId xmlns:a16="http://schemas.microsoft.com/office/drawing/2014/main" id="{199B509A-D366-3C8C-E6D5-50E57E12E1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7102092"/>
              </p:ext>
            </p:extLst>
          </p:nvPr>
        </p:nvGraphicFramePr>
        <p:xfrm>
          <a:off x="2993505" y="1379481"/>
          <a:ext cx="4784650" cy="3016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6" r:lo="rId17" r:qs="rId18" r:cs="rId19"/>
          </a:graphicData>
        </a:graphic>
      </p:graphicFrame>
      <p:pic>
        <p:nvPicPr>
          <p:cNvPr id="23" name="Graphic 22" descr="Group of people with solid fill">
            <a:extLst>
              <a:ext uri="{FF2B5EF4-FFF2-40B4-BE49-F238E27FC236}">
                <a16:creationId xmlns:a16="http://schemas.microsoft.com/office/drawing/2014/main" id="{6D65753E-AEBC-CA42-5066-A1F3B039CD55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744607" y="1565755"/>
            <a:ext cx="1047931" cy="1047931"/>
          </a:xfrm>
          <a:prstGeom prst="rect">
            <a:avLst/>
          </a:prstGeom>
        </p:spPr>
      </p:pic>
      <p:pic>
        <p:nvPicPr>
          <p:cNvPr id="25" name="Graphic 24" descr="Man with solid fill">
            <a:extLst>
              <a:ext uri="{FF2B5EF4-FFF2-40B4-BE49-F238E27FC236}">
                <a16:creationId xmlns:a16="http://schemas.microsoft.com/office/drawing/2014/main" id="{704A2902-44A3-66E7-C8CA-2F5802D59D32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641762" y="825168"/>
            <a:ext cx="291042" cy="291042"/>
          </a:xfrm>
          <a:prstGeom prst="rect">
            <a:avLst/>
          </a:prstGeom>
        </p:spPr>
      </p:pic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0F44EB30-55D4-4172-F0D7-4FDEABFF2F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9314166"/>
              </p:ext>
            </p:extLst>
          </p:nvPr>
        </p:nvGraphicFramePr>
        <p:xfrm>
          <a:off x="2993505" y="2377920"/>
          <a:ext cx="4784650" cy="3016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5" r:lo="rId26" r:qs="rId27" r:cs="rId28"/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23563C0A-361A-9F98-0FBA-78D7479F590D}"/>
              </a:ext>
            </a:extLst>
          </p:cNvPr>
          <p:cNvSpPr txBox="1"/>
          <p:nvPr/>
        </p:nvSpPr>
        <p:spPr>
          <a:xfrm>
            <a:off x="4576431" y="1684338"/>
            <a:ext cx="9204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. . .</a:t>
            </a:r>
          </a:p>
        </p:txBody>
      </p:sp>
      <p:sp>
        <p:nvSpPr>
          <p:cNvPr id="28" name="Lightning Bolt 27">
            <a:extLst>
              <a:ext uri="{FF2B5EF4-FFF2-40B4-BE49-F238E27FC236}">
                <a16:creationId xmlns:a16="http://schemas.microsoft.com/office/drawing/2014/main" id="{70D15BBF-706C-D801-2992-574F4CE608F0}"/>
              </a:ext>
            </a:extLst>
          </p:cNvPr>
          <p:cNvSpPr/>
          <p:nvPr/>
        </p:nvSpPr>
        <p:spPr>
          <a:xfrm flipH="1">
            <a:off x="4962053" y="2968679"/>
            <a:ext cx="422196" cy="478945"/>
          </a:xfrm>
          <a:prstGeom prst="lightningBolt">
            <a:avLst/>
          </a:prstGeom>
          <a:solidFill>
            <a:srgbClr val="FF7E79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4F0BCE2-A05C-FA5E-5F8E-10D7D4351E79}"/>
              </a:ext>
            </a:extLst>
          </p:cNvPr>
          <p:cNvSpPr/>
          <p:nvPr/>
        </p:nvSpPr>
        <p:spPr>
          <a:xfrm>
            <a:off x="157649" y="3951495"/>
            <a:ext cx="7791044" cy="2351369"/>
          </a:xfrm>
          <a:prstGeom prst="rect">
            <a:avLst/>
          </a:prstGeom>
          <a:solidFill>
            <a:srgbClr val="EA7978">
              <a:alpha val="3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Mutated </a:t>
            </a:r>
          </a:p>
          <a:p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Sequences</a:t>
            </a:r>
          </a:p>
          <a:p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(MUT)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A053BB0-3ABC-917B-FE14-8A2F5044950A}"/>
              </a:ext>
            </a:extLst>
          </p:cNvPr>
          <p:cNvSpPr/>
          <p:nvPr/>
        </p:nvSpPr>
        <p:spPr>
          <a:xfrm>
            <a:off x="1346740" y="4640514"/>
            <a:ext cx="6525321" cy="1477446"/>
          </a:xfrm>
          <a:prstGeom prst="rect">
            <a:avLst/>
          </a:prstGeom>
          <a:solidFill>
            <a:srgbClr val="EA7978">
              <a:alpha val="3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Personalized Genomes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D891A8B-F7C3-EFA7-977A-8FE25F2DE637}"/>
              </a:ext>
            </a:extLst>
          </p:cNvPr>
          <p:cNvSpPr/>
          <p:nvPr/>
        </p:nvSpPr>
        <p:spPr>
          <a:xfrm>
            <a:off x="1346740" y="4160397"/>
            <a:ext cx="6525321" cy="399693"/>
          </a:xfrm>
          <a:prstGeom prst="rect">
            <a:avLst/>
          </a:prstGeom>
          <a:solidFill>
            <a:srgbClr val="EA7978">
              <a:alpha val="3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Reference Genome</a:t>
            </a:r>
          </a:p>
        </p:txBody>
      </p:sp>
      <p:graphicFrame>
        <p:nvGraphicFramePr>
          <p:cNvPr id="32" name="Diagram 31">
            <a:extLst>
              <a:ext uri="{FF2B5EF4-FFF2-40B4-BE49-F238E27FC236}">
                <a16:creationId xmlns:a16="http://schemas.microsoft.com/office/drawing/2014/main" id="{7034310F-EE5E-08EC-A762-8669D71D10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5007394"/>
              </p:ext>
            </p:extLst>
          </p:nvPr>
        </p:nvGraphicFramePr>
        <p:xfrm>
          <a:off x="2982439" y="4211777"/>
          <a:ext cx="4784650" cy="3016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0" r:lo="rId31" r:qs="rId32" r:cs="rId33"/>
          </a:graphicData>
        </a:graphic>
      </p:graphicFrame>
      <p:graphicFrame>
        <p:nvGraphicFramePr>
          <p:cNvPr id="33" name="Diagram 32">
            <a:extLst>
              <a:ext uri="{FF2B5EF4-FFF2-40B4-BE49-F238E27FC236}">
                <a16:creationId xmlns:a16="http://schemas.microsoft.com/office/drawing/2014/main" id="{6FF8BC58-E422-65FD-0FCE-F7C5DED66C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9028455"/>
              </p:ext>
            </p:extLst>
          </p:nvPr>
        </p:nvGraphicFramePr>
        <p:xfrm>
          <a:off x="2988126" y="5125188"/>
          <a:ext cx="4784650" cy="3016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5" r:lo="rId36" r:qs="rId37" r:cs="rId38"/>
          </a:graphicData>
        </a:graphic>
      </p:graphicFrame>
      <p:graphicFrame>
        <p:nvGraphicFramePr>
          <p:cNvPr id="34" name="Diagram 33">
            <a:extLst>
              <a:ext uri="{FF2B5EF4-FFF2-40B4-BE49-F238E27FC236}">
                <a16:creationId xmlns:a16="http://schemas.microsoft.com/office/drawing/2014/main" id="{FB040729-801F-840E-A213-B04AE7DFE6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59683334"/>
              </p:ext>
            </p:extLst>
          </p:nvPr>
        </p:nvGraphicFramePr>
        <p:xfrm>
          <a:off x="2988126" y="4810455"/>
          <a:ext cx="4784650" cy="3016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0" r:lo="rId41" r:qs="rId42" r:cs="rId43"/>
          </a:graphicData>
        </a:graphic>
      </p:graphicFrame>
      <p:pic>
        <p:nvPicPr>
          <p:cNvPr id="35" name="Graphic 34" descr="Group of people with solid fill">
            <a:extLst>
              <a:ext uri="{FF2B5EF4-FFF2-40B4-BE49-F238E27FC236}">
                <a16:creationId xmlns:a16="http://schemas.microsoft.com/office/drawing/2014/main" id="{007642C5-9657-D40D-1313-306A8CFE9589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744607" y="4952364"/>
            <a:ext cx="1047931" cy="1047931"/>
          </a:xfrm>
          <a:prstGeom prst="rect">
            <a:avLst/>
          </a:prstGeom>
        </p:spPr>
      </p:pic>
      <p:pic>
        <p:nvPicPr>
          <p:cNvPr id="36" name="Graphic 35" descr="Man with solid fill">
            <a:extLst>
              <a:ext uri="{FF2B5EF4-FFF2-40B4-BE49-F238E27FC236}">
                <a16:creationId xmlns:a16="http://schemas.microsoft.com/office/drawing/2014/main" id="{AE78F6D1-89C1-5FC8-60D6-17BDA6D0B173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641762" y="4211777"/>
            <a:ext cx="291042" cy="291042"/>
          </a:xfrm>
          <a:prstGeom prst="rect">
            <a:avLst/>
          </a:prstGeom>
        </p:spPr>
      </p:pic>
      <p:graphicFrame>
        <p:nvGraphicFramePr>
          <p:cNvPr id="37" name="Diagram 36">
            <a:extLst>
              <a:ext uri="{FF2B5EF4-FFF2-40B4-BE49-F238E27FC236}">
                <a16:creationId xmlns:a16="http://schemas.microsoft.com/office/drawing/2014/main" id="{EEB3A55A-F362-2409-9A00-385064778F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2637667"/>
              </p:ext>
            </p:extLst>
          </p:nvPr>
        </p:nvGraphicFramePr>
        <p:xfrm>
          <a:off x="2993505" y="5779262"/>
          <a:ext cx="4784650" cy="3016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5" r:lo="rId46" r:qs="rId47" r:cs="rId48"/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BF039F69-B433-3249-30F9-1B046C2046F6}"/>
              </a:ext>
            </a:extLst>
          </p:cNvPr>
          <p:cNvSpPr txBox="1"/>
          <p:nvPr/>
        </p:nvSpPr>
        <p:spPr>
          <a:xfrm>
            <a:off x="4576431" y="5083899"/>
            <a:ext cx="9204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. . 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7E4009C-9267-B2C2-4668-5B02A9E44A6A}"/>
              </a:ext>
            </a:extLst>
          </p:cNvPr>
          <p:cNvSpPr txBox="1"/>
          <p:nvPr/>
        </p:nvSpPr>
        <p:spPr>
          <a:xfrm>
            <a:off x="11901929" y="4132178"/>
            <a:ext cx="118921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VEP Distribution</a:t>
            </a:r>
          </a:p>
        </p:txBody>
      </p:sp>
      <p:sp>
        <p:nvSpPr>
          <p:cNvPr id="46" name="Triangle 45">
            <a:extLst>
              <a:ext uri="{FF2B5EF4-FFF2-40B4-BE49-F238E27FC236}">
                <a16:creationId xmlns:a16="http://schemas.microsoft.com/office/drawing/2014/main" id="{8298711F-3110-99CB-54D4-E058DC998FB3}"/>
              </a:ext>
            </a:extLst>
          </p:cNvPr>
          <p:cNvSpPr/>
          <p:nvPr/>
        </p:nvSpPr>
        <p:spPr>
          <a:xfrm rot="5400000">
            <a:off x="7211828" y="4690165"/>
            <a:ext cx="2351370" cy="877641"/>
          </a:xfrm>
          <a:prstGeom prst="triangle">
            <a:avLst/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ube 23">
            <a:extLst>
              <a:ext uri="{FF2B5EF4-FFF2-40B4-BE49-F238E27FC236}">
                <a16:creationId xmlns:a16="http://schemas.microsoft.com/office/drawing/2014/main" id="{E41D0BDD-7D11-A91D-CF36-B55A7BED8727}"/>
              </a:ext>
            </a:extLst>
          </p:cNvPr>
          <p:cNvSpPr/>
          <p:nvPr/>
        </p:nvSpPr>
        <p:spPr>
          <a:xfrm>
            <a:off x="8407469" y="543326"/>
            <a:ext cx="1519228" cy="457956"/>
          </a:xfrm>
          <a:prstGeom prst="cube">
            <a:avLst>
              <a:gd name="adj" fmla="val 17431"/>
            </a:avLst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accent6">
                <a:lumMod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AlphaFold</a:t>
            </a:r>
          </a:p>
        </p:txBody>
      </p:sp>
      <p:sp>
        <p:nvSpPr>
          <p:cNvPr id="48" name="Triangle 47">
            <a:extLst>
              <a:ext uri="{FF2B5EF4-FFF2-40B4-BE49-F238E27FC236}">
                <a16:creationId xmlns:a16="http://schemas.microsoft.com/office/drawing/2014/main" id="{8EAA2C0D-4EDC-079A-E2D1-B4FA6E08EE31}"/>
              </a:ext>
            </a:extLst>
          </p:cNvPr>
          <p:cNvSpPr/>
          <p:nvPr/>
        </p:nvSpPr>
        <p:spPr>
          <a:xfrm rot="5400000">
            <a:off x="7211802" y="1272127"/>
            <a:ext cx="2351370" cy="877641"/>
          </a:xfrm>
          <a:prstGeom prst="triangle">
            <a:avLst/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Cube 38">
            <a:extLst>
              <a:ext uri="{FF2B5EF4-FFF2-40B4-BE49-F238E27FC236}">
                <a16:creationId xmlns:a16="http://schemas.microsoft.com/office/drawing/2014/main" id="{1086924A-CD8E-CB5F-940E-CDAB0DD9AEC5}"/>
              </a:ext>
            </a:extLst>
          </p:cNvPr>
          <p:cNvSpPr/>
          <p:nvPr/>
        </p:nvSpPr>
        <p:spPr>
          <a:xfrm>
            <a:off x="8479869" y="2602531"/>
            <a:ext cx="1519228" cy="1477585"/>
          </a:xfrm>
          <a:prstGeom prst="cube">
            <a:avLst>
              <a:gd name="adj" fmla="val 17431"/>
            </a:avLst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accent6">
                <a:lumMod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Protein Language Model</a:t>
            </a:r>
          </a:p>
        </p:txBody>
      </p:sp>
      <p:pic>
        <p:nvPicPr>
          <p:cNvPr id="13" name="Picture 1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DE4C4C3-B347-58EF-4765-B5467D1985A2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1901928" y="2846664"/>
            <a:ext cx="1189216" cy="11892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15B32A9A-B416-6B06-0EDF-F68C01A61D88}"/>
              </a:ext>
            </a:extLst>
          </p:cNvPr>
          <p:cNvSpPr/>
          <p:nvPr/>
        </p:nvSpPr>
        <p:spPr>
          <a:xfrm>
            <a:off x="9746425" y="2904273"/>
            <a:ext cx="902268" cy="429220"/>
          </a:xfrm>
          <a:prstGeom prst="rect">
            <a:avLst/>
          </a:prstGeom>
          <a:solidFill>
            <a:srgbClr val="7675E5">
              <a:alpha val="99809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WT </a:t>
            </a:r>
          </a:p>
          <a:p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Predictions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F4B4D4C-388E-BB8A-9EC0-D664222D6795}"/>
              </a:ext>
            </a:extLst>
          </p:cNvPr>
          <p:cNvSpPr/>
          <p:nvPr/>
        </p:nvSpPr>
        <p:spPr>
          <a:xfrm>
            <a:off x="9750371" y="3554918"/>
            <a:ext cx="907670" cy="429220"/>
          </a:xfrm>
          <a:prstGeom prst="rect">
            <a:avLst/>
          </a:prstGeom>
          <a:solidFill>
            <a:srgbClr val="EA7978">
              <a:alpha val="99809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MUT </a:t>
            </a:r>
          </a:p>
          <a:p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Predictions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E388AFA-5914-C8B6-BE9F-11F659AE31E8}"/>
              </a:ext>
            </a:extLst>
          </p:cNvPr>
          <p:cNvSpPr txBox="1"/>
          <p:nvPr/>
        </p:nvSpPr>
        <p:spPr>
          <a:xfrm>
            <a:off x="9992503" y="3259574"/>
            <a:ext cx="31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Δ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7B7539D-4798-69B3-9114-256EF63DC4E0}"/>
              </a:ext>
            </a:extLst>
          </p:cNvPr>
          <p:cNvCxnSpPr>
            <a:cxnSpLocks/>
          </p:cNvCxnSpPr>
          <p:nvPr/>
        </p:nvCxnSpPr>
        <p:spPr>
          <a:xfrm flipH="1">
            <a:off x="12350948" y="2968679"/>
            <a:ext cx="30682" cy="850666"/>
          </a:xfrm>
          <a:prstGeom prst="line">
            <a:avLst/>
          </a:prstGeom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B02580F1-AF95-17B4-2CB8-EFCDE9AB7C75}"/>
              </a:ext>
            </a:extLst>
          </p:cNvPr>
          <p:cNvSpPr txBox="1"/>
          <p:nvPr/>
        </p:nvSpPr>
        <p:spPr>
          <a:xfrm rot="16200000">
            <a:off x="11960505" y="2821277"/>
            <a:ext cx="649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</a:t>
            </a:r>
          </a:p>
        </p:txBody>
      </p:sp>
      <p:sp>
        <p:nvSpPr>
          <p:cNvPr id="14" name="Pentagon 13">
            <a:extLst>
              <a:ext uri="{FF2B5EF4-FFF2-40B4-BE49-F238E27FC236}">
                <a16:creationId xmlns:a16="http://schemas.microsoft.com/office/drawing/2014/main" id="{77244C92-C50C-1DD1-B1DA-838B590149AD}"/>
              </a:ext>
            </a:extLst>
          </p:cNvPr>
          <p:cNvSpPr/>
          <p:nvPr/>
        </p:nvSpPr>
        <p:spPr>
          <a:xfrm>
            <a:off x="10595879" y="2898408"/>
            <a:ext cx="1362035" cy="1085730"/>
          </a:xfrm>
          <a:prstGeom prst="homePlate">
            <a:avLst/>
          </a:prstGeom>
          <a:solidFill>
            <a:schemeClr val="tx1">
              <a:lumMod val="65000"/>
              <a:lumOff val="3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rIns="0" rtlCol="0" anchor="ctr"/>
          <a:lstStyle/>
          <a:p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Personalized</a:t>
            </a:r>
          </a:p>
          <a:p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VEPs</a:t>
            </a:r>
          </a:p>
        </p:txBody>
      </p:sp>
      <p:sp>
        <p:nvSpPr>
          <p:cNvPr id="15" name="Bent-Up Arrow 14">
            <a:extLst>
              <a:ext uri="{FF2B5EF4-FFF2-40B4-BE49-F238E27FC236}">
                <a16:creationId xmlns:a16="http://schemas.microsoft.com/office/drawing/2014/main" id="{4CED57E4-FFB5-E315-32D5-E4539FA5368B}"/>
              </a:ext>
            </a:extLst>
          </p:cNvPr>
          <p:cNvSpPr/>
          <p:nvPr/>
        </p:nvSpPr>
        <p:spPr>
          <a:xfrm>
            <a:off x="7991455" y="4080116"/>
            <a:ext cx="1543454" cy="1194587"/>
          </a:xfrm>
          <a:prstGeom prst="bentUpArrow">
            <a:avLst/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Bent-Up Arrow 54">
            <a:extLst>
              <a:ext uri="{FF2B5EF4-FFF2-40B4-BE49-F238E27FC236}">
                <a16:creationId xmlns:a16="http://schemas.microsoft.com/office/drawing/2014/main" id="{4B4ED90D-EDF6-ACF7-A6D8-130B8BE44955}"/>
              </a:ext>
            </a:extLst>
          </p:cNvPr>
          <p:cNvSpPr/>
          <p:nvPr/>
        </p:nvSpPr>
        <p:spPr>
          <a:xfrm flipV="1">
            <a:off x="8002948" y="1518927"/>
            <a:ext cx="1543454" cy="1194587"/>
          </a:xfrm>
          <a:prstGeom prst="bentUpArrow">
            <a:avLst/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Pentagon 2">
            <a:extLst>
              <a:ext uri="{FF2B5EF4-FFF2-40B4-BE49-F238E27FC236}">
                <a16:creationId xmlns:a16="http://schemas.microsoft.com/office/drawing/2014/main" id="{B86138DD-90EB-4D95-0B26-DF568191D59C}"/>
              </a:ext>
            </a:extLst>
          </p:cNvPr>
          <p:cNvSpPr/>
          <p:nvPr/>
        </p:nvSpPr>
        <p:spPr>
          <a:xfrm>
            <a:off x="9856658" y="612302"/>
            <a:ext cx="2045270" cy="397043"/>
          </a:xfrm>
          <a:prstGeom prst="homePlate">
            <a:avLst/>
          </a:prstGeom>
          <a:solidFill>
            <a:schemeClr val="tx1">
              <a:lumMod val="65000"/>
              <a:lumOff val="3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rIns="0" rtlCol="0" anchor="ctr"/>
          <a:lstStyle/>
          <a:p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Personalized Structures</a:t>
            </a:r>
          </a:p>
        </p:txBody>
      </p:sp>
    </p:spTree>
    <p:extLst>
      <p:ext uri="{BB962C8B-B14F-4D97-AF65-F5344CB8AC3E}">
        <p14:creationId xmlns:p14="http://schemas.microsoft.com/office/powerpoint/2010/main" val="681157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507B4-6F35-93EE-0920-FE29C7133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le 7">
            <a:extLst>
              <a:ext uri="{FF2B5EF4-FFF2-40B4-BE49-F238E27FC236}">
                <a16:creationId xmlns:a16="http://schemas.microsoft.com/office/drawing/2014/main" id="{8715A702-56CB-6595-2118-55A9EED1C503}"/>
              </a:ext>
            </a:extLst>
          </p:cNvPr>
          <p:cNvSpPr/>
          <p:nvPr/>
        </p:nvSpPr>
        <p:spPr>
          <a:xfrm rot="5400000">
            <a:off x="6546262" y="1276673"/>
            <a:ext cx="2351370" cy="877641"/>
          </a:xfrm>
          <a:prstGeom prst="triangle">
            <a:avLst/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FBEDE3-06C8-FC58-003F-010EBC4F83CC}"/>
              </a:ext>
            </a:extLst>
          </p:cNvPr>
          <p:cNvSpPr txBox="1"/>
          <p:nvPr/>
        </p:nvSpPr>
        <p:spPr>
          <a:xfrm>
            <a:off x="4096502" y="3322082"/>
            <a:ext cx="825097" cy="357545"/>
          </a:xfrm>
          <a:prstGeom prst="roundRect">
            <a:avLst/>
          </a:prstGeom>
          <a:solidFill>
            <a:srgbClr val="FF2600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15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c.9T&gt;G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9915F2-3690-D8F2-502D-B8EE0F791F63}"/>
              </a:ext>
            </a:extLst>
          </p:cNvPr>
          <p:cNvSpPr/>
          <p:nvPr/>
        </p:nvSpPr>
        <p:spPr>
          <a:xfrm>
            <a:off x="157649" y="527116"/>
            <a:ext cx="7117014" cy="2351369"/>
          </a:xfrm>
          <a:prstGeom prst="rect">
            <a:avLst/>
          </a:prstGeom>
          <a:solidFill>
            <a:srgbClr val="7675E5">
              <a:alpha val="2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2880" rtlCol="0" anchor="t"/>
          <a:lstStyle/>
          <a:p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Wildtype </a:t>
            </a:r>
          </a:p>
          <a:p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Sequences</a:t>
            </a:r>
          </a:p>
          <a:p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(WT)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468BF8-2F74-724E-25FB-B325DEAF0B17}"/>
              </a:ext>
            </a:extLst>
          </p:cNvPr>
          <p:cNvSpPr/>
          <p:nvPr/>
        </p:nvSpPr>
        <p:spPr>
          <a:xfrm>
            <a:off x="1346741" y="773788"/>
            <a:ext cx="5960793" cy="399693"/>
          </a:xfrm>
          <a:prstGeom prst="rect">
            <a:avLst/>
          </a:prstGeom>
          <a:solidFill>
            <a:srgbClr val="7675E5">
              <a:alpha val="2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Reference</a:t>
            </a:r>
          </a:p>
          <a:p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Genome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EFB814B-D696-4830-8495-E5FCB806FD42}"/>
              </a:ext>
            </a:extLst>
          </p:cNvPr>
          <p:cNvSpPr/>
          <p:nvPr/>
        </p:nvSpPr>
        <p:spPr>
          <a:xfrm>
            <a:off x="1346741" y="1253905"/>
            <a:ext cx="5960793" cy="1477446"/>
          </a:xfrm>
          <a:prstGeom prst="rect">
            <a:avLst/>
          </a:prstGeom>
          <a:solidFill>
            <a:srgbClr val="7675E5">
              <a:alpha val="2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Personalized</a:t>
            </a:r>
          </a:p>
          <a:p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Genomes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CF97F6-01B3-BB3C-B001-1642A30822A7}"/>
              </a:ext>
            </a:extLst>
          </p:cNvPr>
          <p:cNvSpPr txBox="1"/>
          <p:nvPr/>
        </p:nvSpPr>
        <p:spPr>
          <a:xfrm>
            <a:off x="3861241" y="3047089"/>
            <a:ext cx="151922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EA797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Clinical Variant</a:t>
            </a:r>
          </a:p>
        </p:txBody>
      </p:sp>
      <p:pic>
        <p:nvPicPr>
          <p:cNvPr id="23" name="Graphic 22" descr="Group of people with solid fill">
            <a:extLst>
              <a:ext uri="{FF2B5EF4-FFF2-40B4-BE49-F238E27FC236}">
                <a16:creationId xmlns:a16="http://schemas.microsoft.com/office/drawing/2014/main" id="{E046E72C-D71D-1D2A-B701-3C46E5BF01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44607" y="1565755"/>
            <a:ext cx="1047931" cy="1047931"/>
          </a:xfrm>
          <a:prstGeom prst="rect">
            <a:avLst/>
          </a:prstGeom>
        </p:spPr>
      </p:pic>
      <p:pic>
        <p:nvPicPr>
          <p:cNvPr id="25" name="Graphic 24" descr="Man with solid fill">
            <a:extLst>
              <a:ext uri="{FF2B5EF4-FFF2-40B4-BE49-F238E27FC236}">
                <a16:creationId xmlns:a16="http://schemas.microsoft.com/office/drawing/2014/main" id="{803A7B91-D2A1-0E8D-EC7D-99D3EA7A55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23271" y="827937"/>
            <a:ext cx="291042" cy="29104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B9EC2D6-FCF2-6071-AF51-C8E69EA6EBAF}"/>
              </a:ext>
            </a:extLst>
          </p:cNvPr>
          <p:cNvSpPr txBox="1"/>
          <p:nvPr/>
        </p:nvSpPr>
        <p:spPr>
          <a:xfrm>
            <a:off x="4576431" y="1684338"/>
            <a:ext cx="9204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. . 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F7D29FB-4A1F-0547-870F-43590E4FE440}"/>
              </a:ext>
            </a:extLst>
          </p:cNvPr>
          <p:cNvSpPr/>
          <p:nvPr/>
        </p:nvSpPr>
        <p:spPr>
          <a:xfrm>
            <a:off x="157649" y="3951495"/>
            <a:ext cx="7117014" cy="2351369"/>
          </a:xfrm>
          <a:prstGeom prst="rect">
            <a:avLst/>
          </a:prstGeom>
          <a:solidFill>
            <a:srgbClr val="EA7978">
              <a:alpha val="3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2880" rtlCol="0" anchor="t"/>
          <a:lstStyle/>
          <a:p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Mutated </a:t>
            </a:r>
          </a:p>
          <a:p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Sequences</a:t>
            </a:r>
          </a:p>
          <a:p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(MUT)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839C3AD-797A-C8BC-0D05-8CC8E1D52072}"/>
              </a:ext>
            </a:extLst>
          </p:cNvPr>
          <p:cNvSpPr/>
          <p:nvPr/>
        </p:nvSpPr>
        <p:spPr>
          <a:xfrm>
            <a:off x="1346740" y="4640514"/>
            <a:ext cx="5960793" cy="1477446"/>
          </a:xfrm>
          <a:prstGeom prst="rect">
            <a:avLst/>
          </a:prstGeom>
          <a:solidFill>
            <a:srgbClr val="EA7978">
              <a:alpha val="3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Personalized</a:t>
            </a:r>
          </a:p>
          <a:p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Genomes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8DB24DD-29D4-3E45-F67E-8A47756516E8}"/>
              </a:ext>
            </a:extLst>
          </p:cNvPr>
          <p:cNvSpPr/>
          <p:nvPr/>
        </p:nvSpPr>
        <p:spPr>
          <a:xfrm>
            <a:off x="1346740" y="4160397"/>
            <a:ext cx="5960793" cy="399693"/>
          </a:xfrm>
          <a:prstGeom prst="rect">
            <a:avLst/>
          </a:prstGeom>
          <a:solidFill>
            <a:srgbClr val="EA7978">
              <a:alpha val="3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Reference</a:t>
            </a:r>
          </a:p>
          <a:p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Genome</a:t>
            </a:r>
          </a:p>
        </p:txBody>
      </p:sp>
      <p:pic>
        <p:nvPicPr>
          <p:cNvPr id="35" name="Graphic 34" descr="Group of people with solid fill">
            <a:extLst>
              <a:ext uri="{FF2B5EF4-FFF2-40B4-BE49-F238E27FC236}">
                <a16:creationId xmlns:a16="http://schemas.microsoft.com/office/drawing/2014/main" id="{7A6CE27A-6686-97D0-DF12-CC67FF5B88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44606" y="4966968"/>
            <a:ext cx="1047931" cy="1047931"/>
          </a:xfrm>
          <a:prstGeom prst="rect">
            <a:avLst/>
          </a:prstGeom>
        </p:spPr>
      </p:pic>
      <p:pic>
        <p:nvPicPr>
          <p:cNvPr id="36" name="Graphic 35" descr="Man with solid fill">
            <a:extLst>
              <a:ext uri="{FF2B5EF4-FFF2-40B4-BE49-F238E27FC236}">
                <a16:creationId xmlns:a16="http://schemas.microsoft.com/office/drawing/2014/main" id="{DD82DEFE-16A7-5C4C-C8B6-02C01CE3C3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23271" y="4214722"/>
            <a:ext cx="291042" cy="291042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C99F6DAF-9D98-9FB0-2F40-3B298424DD2A}"/>
              </a:ext>
            </a:extLst>
          </p:cNvPr>
          <p:cNvSpPr txBox="1"/>
          <p:nvPr/>
        </p:nvSpPr>
        <p:spPr>
          <a:xfrm>
            <a:off x="11227925" y="4138530"/>
            <a:ext cx="118921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VEP Distribution</a:t>
            </a:r>
          </a:p>
        </p:txBody>
      </p:sp>
      <p:sp>
        <p:nvSpPr>
          <p:cNvPr id="46" name="Triangle 45">
            <a:extLst>
              <a:ext uri="{FF2B5EF4-FFF2-40B4-BE49-F238E27FC236}">
                <a16:creationId xmlns:a16="http://schemas.microsoft.com/office/drawing/2014/main" id="{33F74E12-AC1C-8C89-2EFA-AC97061E2FB5}"/>
              </a:ext>
            </a:extLst>
          </p:cNvPr>
          <p:cNvSpPr/>
          <p:nvPr/>
        </p:nvSpPr>
        <p:spPr>
          <a:xfrm rot="5400000">
            <a:off x="6537824" y="4696517"/>
            <a:ext cx="2351370" cy="877641"/>
          </a:xfrm>
          <a:prstGeom prst="triangle">
            <a:avLst/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riangle 47">
            <a:extLst>
              <a:ext uri="{FF2B5EF4-FFF2-40B4-BE49-F238E27FC236}">
                <a16:creationId xmlns:a16="http://schemas.microsoft.com/office/drawing/2014/main" id="{62D37E3B-8116-D505-9906-931E599D8EF2}"/>
              </a:ext>
            </a:extLst>
          </p:cNvPr>
          <p:cNvSpPr/>
          <p:nvPr/>
        </p:nvSpPr>
        <p:spPr>
          <a:xfrm rot="5400000">
            <a:off x="6537798" y="1278479"/>
            <a:ext cx="2351370" cy="877641"/>
          </a:xfrm>
          <a:prstGeom prst="triangle">
            <a:avLst/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Cube 38">
            <a:extLst>
              <a:ext uri="{FF2B5EF4-FFF2-40B4-BE49-F238E27FC236}">
                <a16:creationId xmlns:a16="http://schemas.microsoft.com/office/drawing/2014/main" id="{AD986019-E6A7-2200-1FB7-5A69DC506605}"/>
              </a:ext>
            </a:extLst>
          </p:cNvPr>
          <p:cNvSpPr/>
          <p:nvPr/>
        </p:nvSpPr>
        <p:spPr>
          <a:xfrm>
            <a:off x="7805865" y="2608883"/>
            <a:ext cx="1519228" cy="1477585"/>
          </a:xfrm>
          <a:prstGeom prst="cube">
            <a:avLst>
              <a:gd name="adj" fmla="val 17431"/>
            </a:avLst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accent6">
                <a:lumMod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Sequence Model</a:t>
            </a:r>
          </a:p>
        </p:txBody>
      </p:sp>
      <p:pic>
        <p:nvPicPr>
          <p:cNvPr id="13" name="Picture 1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E4D1EA6-95EC-1129-8A57-734B6E4968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27924" y="2853016"/>
            <a:ext cx="1189216" cy="11892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EF3882BF-C9C8-6379-F2BF-4F845A54271B}"/>
              </a:ext>
            </a:extLst>
          </p:cNvPr>
          <p:cNvSpPr/>
          <p:nvPr/>
        </p:nvSpPr>
        <p:spPr>
          <a:xfrm>
            <a:off x="9072421" y="2910625"/>
            <a:ext cx="902268" cy="429220"/>
          </a:xfrm>
          <a:prstGeom prst="rect">
            <a:avLst/>
          </a:prstGeom>
          <a:solidFill>
            <a:srgbClr val="7675E5">
              <a:alpha val="99809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WT </a:t>
            </a:r>
          </a:p>
          <a:p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Predictions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67D1F79-D0E0-0DDA-0407-4A725ED35595}"/>
              </a:ext>
            </a:extLst>
          </p:cNvPr>
          <p:cNvSpPr/>
          <p:nvPr/>
        </p:nvSpPr>
        <p:spPr>
          <a:xfrm>
            <a:off x="9076367" y="3561270"/>
            <a:ext cx="907670" cy="429220"/>
          </a:xfrm>
          <a:prstGeom prst="rect">
            <a:avLst/>
          </a:prstGeom>
          <a:solidFill>
            <a:srgbClr val="EA7978">
              <a:alpha val="99809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MUT </a:t>
            </a:r>
          </a:p>
          <a:p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Predictions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D428AD6-AD43-C06E-B028-D2C5E2A793B7}"/>
              </a:ext>
            </a:extLst>
          </p:cNvPr>
          <p:cNvSpPr txBox="1"/>
          <p:nvPr/>
        </p:nvSpPr>
        <p:spPr>
          <a:xfrm>
            <a:off x="9318499" y="3265926"/>
            <a:ext cx="31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Δ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D07320E-CE71-402B-3900-4467A3BB2605}"/>
              </a:ext>
            </a:extLst>
          </p:cNvPr>
          <p:cNvCxnSpPr>
            <a:cxnSpLocks/>
          </p:cNvCxnSpPr>
          <p:nvPr/>
        </p:nvCxnSpPr>
        <p:spPr>
          <a:xfrm flipH="1">
            <a:off x="11676944" y="2975031"/>
            <a:ext cx="30682" cy="850666"/>
          </a:xfrm>
          <a:prstGeom prst="line">
            <a:avLst/>
          </a:prstGeom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1BBADA5-CF1D-D242-32C4-0C2A1640BEAC}"/>
              </a:ext>
            </a:extLst>
          </p:cNvPr>
          <p:cNvSpPr txBox="1"/>
          <p:nvPr/>
        </p:nvSpPr>
        <p:spPr>
          <a:xfrm rot="16200000">
            <a:off x="11286501" y="2827629"/>
            <a:ext cx="649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</a:t>
            </a:r>
          </a:p>
        </p:txBody>
      </p:sp>
      <p:sp>
        <p:nvSpPr>
          <p:cNvPr id="14" name="Pentagon 13">
            <a:extLst>
              <a:ext uri="{FF2B5EF4-FFF2-40B4-BE49-F238E27FC236}">
                <a16:creationId xmlns:a16="http://schemas.microsoft.com/office/drawing/2014/main" id="{E34AD726-6FA1-25A4-3FBF-A0DBA9B216EC}"/>
              </a:ext>
            </a:extLst>
          </p:cNvPr>
          <p:cNvSpPr/>
          <p:nvPr/>
        </p:nvSpPr>
        <p:spPr>
          <a:xfrm>
            <a:off x="9921875" y="2904760"/>
            <a:ext cx="1362035" cy="1085730"/>
          </a:xfrm>
          <a:prstGeom prst="homePlate">
            <a:avLst/>
          </a:prstGeom>
          <a:solidFill>
            <a:schemeClr val="tx1">
              <a:lumMod val="65000"/>
              <a:lumOff val="3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rIns="0" rtlCol="0" anchor="ctr"/>
          <a:lstStyle/>
          <a:p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Personalized</a:t>
            </a:r>
          </a:p>
          <a:p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VEPs</a:t>
            </a:r>
          </a:p>
        </p:txBody>
      </p:sp>
      <p:sp>
        <p:nvSpPr>
          <p:cNvPr id="15" name="Bent-Up Arrow 14">
            <a:extLst>
              <a:ext uri="{FF2B5EF4-FFF2-40B4-BE49-F238E27FC236}">
                <a16:creationId xmlns:a16="http://schemas.microsoft.com/office/drawing/2014/main" id="{DEE46F15-A0EC-85CD-5B1A-57502E9A5F0E}"/>
              </a:ext>
            </a:extLst>
          </p:cNvPr>
          <p:cNvSpPr/>
          <p:nvPr/>
        </p:nvSpPr>
        <p:spPr>
          <a:xfrm>
            <a:off x="7317451" y="4086468"/>
            <a:ext cx="1543454" cy="1194587"/>
          </a:xfrm>
          <a:prstGeom prst="bentUpArrow">
            <a:avLst/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Bent-Up Arrow 54">
            <a:extLst>
              <a:ext uri="{FF2B5EF4-FFF2-40B4-BE49-F238E27FC236}">
                <a16:creationId xmlns:a16="http://schemas.microsoft.com/office/drawing/2014/main" id="{8A7C90A3-E795-2B96-1DCB-8B5492DA5ABF}"/>
              </a:ext>
            </a:extLst>
          </p:cNvPr>
          <p:cNvSpPr/>
          <p:nvPr/>
        </p:nvSpPr>
        <p:spPr>
          <a:xfrm flipV="1">
            <a:off x="7328944" y="1525279"/>
            <a:ext cx="1543454" cy="1194587"/>
          </a:xfrm>
          <a:prstGeom prst="bentUpArrow">
            <a:avLst/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5161B86D-33F2-EA6F-BF2A-E3A6FB678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966568"/>
              </p:ext>
            </p:extLst>
          </p:nvPr>
        </p:nvGraphicFramePr>
        <p:xfrm>
          <a:off x="2838356" y="1257834"/>
          <a:ext cx="4302795" cy="1463040"/>
        </p:xfrm>
        <a:graphic>
          <a:graphicData uri="http://schemas.openxmlformats.org/drawingml/2006/table">
            <a:tbl>
              <a:tblPr bandRow="1">
                <a:tableStyleId>{3C2FFA5D-87B4-456A-9821-1D502468CF0F}</a:tableStyleId>
              </a:tblPr>
              <a:tblGrid>
                <a:gridCol w="614685">
                  <a:extLst>
                    <a:ext uri="{9D8B030D-6E8A-4147-A177-3AD203B41FA5}">
                      <a16:colId xmlns:a16="http://schemas.microsoft.com/office/drawing/2014/main" val="3526854328"/>
                    </a:ext>
                  </a:extLst>
                </a:gridCol>
                <a:gridCol w="614685">
                  <a:extLst>
                    <a:ext uri="{9D8B030D-6E8A-4147-A177-3AD203B41FA5}">
                      <a16:colId xmlns:a16="http://schemas.microsoft.com/office/drawing/2014/main" val="3363055171"/>
                    </a:ext>
                  </a:extLst>
                </a:gridCol>
                <a:gridCol w="614685">
                  <a:extLst>
                    <a:ext uri="{9D8B030D-6E8A-4147-A177-3AD203B41FA5}">
                      <a16:colId xmlns:a16="http://schemas.microsoft.com/office/drawing/2014/main" val="2428403401"/>
                    </a:ext>
                  </a:extLst>
                </a:gridCol>
                <a:gridCol w="614685">
                  <a:extLst>
                    <a:ext uri="{9D8B030D-6E8A-4147-A177-3AD203B41FA5}">
                      <a16:colId xmlns:a16="http://schemas.microsoft.com/office/drawing/2014/main" val="2747732061"/>
                    </a:ext>
                  </a:extLst>
                </a:gridCol>
                <a:gridCol w="614685">
                  <a:extLst>
                    <a:ext uri="{9D8B030D-6E8A-4147-A177-3AD203B41FA5}">
                      <a16:colId xmlns:a16="http://schemas.microsoft.com/office/drawing/2014/main" val="1869642782"/>
                    </a:ext>
                  </a:extLst>
                </a:gridCol>
                <a:gridCol w="614685">
                  <a:extLst>
                    <a:ext uri="{9D8B030D-6E8A-4147-A177-3AD203B41FA5}">
                      <a16:colId xmlns:a16="http://schemas.microsoft.com/office/drawing/2014/main" val="1253564834"/>
                    </a:ext>
                  </a:extLst>
                </a:gridCol>
                <a:gridCol w="614685">
                  <a:extLst>
                    <a:ext uri="{9D8B030D-6E8A-4147-A177-3AD203B41FA5}">
                      <a16:colId xmlns:a16="http://schemas.microsoft.com/office/drawing/2014/main" val="3744933017"/>
                    </a:ext>
                  </a:extLst>
                </a:gridCol>
              </a:tblGrid>
              <a:tr h="2435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ATG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</a:t>
                      </a:r>
                      <a:r>
                        <a:rPr lang="en-US" b="1" dirty="0">
                          <a:solidFill>
                            <a:srgbClr val="7675E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</a:t>
                      </a: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AAA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GGC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6387490"/>
                  </a:ext>
                </a:extLst>
              </a:tr>
              <a:tr h="2435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ATG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</a:t>
                      </a:r>
                      <a:r>
                        <a:rPr lang="en-US" b="1" dirty="0">
                          <a:solidFill>
                            <a:srgbClr val="7675E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AAA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GG</a:t>
                      </a:r>
                      <a:r>
                        <a:rPr lang="en-US" b="1" dirty="0">
                          <a:solidFill>
                            <a:srgbClr val="7675E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endParaRPr lang="en-US" dirty="0">
                        <a:solidFill>
                          <a:srgbClr val="7675E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7768056"/>
                  </a:ext>
                </a:extLst>
              </a:tr>
              <a:tr h="2435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ATG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 </a:t>
                      </a:r>
                      <a:r>
                        <a:rPr lang="en-US" b="1" dirty="0">
                          <a:solidFill>
                            <a:srgbClr val="7675E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AAA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GGC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439741"/>
                  </a:ext>
                </a:extLst>
              </a:tr>
              <a:tr h="2435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ATG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GC</a:t>
                      </a:r>
                      <a:r>
                        <a:rPr lang="en-US" b="1" dirty="0">
                          <a:solidFill>
                            <a:srgbClr val="7675E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endParaRPr lang="en-US" dirty="0">
                        <a:solidFill>
                          <a:srgbClr val="7675E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AA </a:t>
                      </a:r>
                      <a:r>
                        <a:rPr lang="en-US" b="1" dirty="0">
                          <a:solidFill>
                            <a:srgbClr val="7675E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en-US" b="1" dirty="0">
                          <a:solidFill>
                            <a:srgbClr val="00B0F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GGC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229866"/>
                  </a:ext>
                </a:extLst>
              </a:tr>
            </a:tbl>
          </a:graphicData>
        </a:graphic>
      </p:graphicFrame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C9C49A05-E366-E33D-DFD4-BDF0082553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573474"/>
              </p:ext>
            </p:extLst>
          </p:nvPr>
        </p:nvGraphicFramePr>
        <p:xfrm>
          <a:off x="2838356" y="781246"/>
          <a:ext cx="4302795" cy="3657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14685">
                  <a:extLst>
                    <a:ext uri="{9D8B030D-6E8A-4147-A177-3AD203B41FA5}">
                      <a16:colId xmlns:a16="http://schemas.microsoft.com/office/drawing/2014/main" val="3526854328"/>
                    </a:ext>
                  </a:extLst>
                </a:gridCol>
                <a:gridCol w="614685">
                  <a:extLst>
                    <a:ext uri="{9D8B030D-6E8A-4147-A177-3AD203B41FA5}">
                      <a16:colId xmlns:a16="http://schemas.microsoft.com/office/drawing/2014/main" val="3363055171"/>
                    </a:ext>
                  </a:extLst>
                </a:gridCol>
                <a:gridCol w="614685">
                  <a:extLst>
                    <a:ext uri="{9D8B030D-6E8A-4147-A177-3AD203B41FA5}">
                      <a16:colId xmlns:a16="http://schemas.microsoft.com/office/drawing/2014/main" val="2428403401"/>
                    </a:ext>
                  </a:extLst>
                </a:gridCol>
                <a:gridCol w="614685">
                  <a:extLst>
                    <a:ext uri="{9D8B030D-6E8A-4147-A177-3AD203B41FA5}">
                      <a16:colId xmlns:a16="http://schemas.microsoft.com/office/drawing/2014/main" val="2747732061"/>
                    </a:ext>
                  </a:extLst>
                </a:gridCol>
                <a:gridCol w="614685">
                  <a:extLst>
                    <a:ext uri="{9D8B030D-6E8A-4147-A177-3AD203B41FA5}">
                      <a16:colId xmlns:a16="http://schemas.microsoft.com/office/drawing/2014/main" val="1869642782"/>
                    </a:ext>
                  </a:extLst>
                </a:gridCol>
                <a:gridCol w="614685">
                  <a:extLst>
                    <a:ext uri="{9D8B030D-6E8A-4147-A177-3AD203B41FA5}">
                      <a16:colId xmlns:a16="http://schemas.microsoft.com/office/drawing/2014/main" val="1253564834"/>
                    </a:ext>
                  </a:extLst>
                </a:gridCol>
                <a:gridCol w="614685">
                  <a:extLst>
                    <a:ext uri="{9D8B030D-6E8A-4147-A177-3AD203B41FA5}">
                      <a16:colId xmlns:a16="http://schemas.microsoft.com/office/drawing/2014/main" val="1967403460"/>
                    </a:ext>
                  </a:extLst>
                </a:gridCol>
              </a:tblGrid>
              <a:tr h="2435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ATG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AAA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GGC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9080284"/>
                  </a:ext>
                </a:extLst>
              </a:tr>
            </a:tbl>
          </a:graphicData>
        </a:graphic>
      </p:graphicFrame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9F737EEF-A005-FD7B-6C74-4B57555498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130411"/>
              </p:ext>
            </p:extLst>
          </p:nvPr>
        </p:nvGraphicFramePr>
        <p:xfrm>
          <a:off x="2838356" y="4640869"/>
          <a:ext cx="4302795" cy="1463040"/>
        </p:xfrm>
        <a:graphic>
          <a:graphicData uri="http://schemas.openxmlformats.org/drawingml/2006/table">
            <a:tbl>
              <a:tblPr bandRow="1">
                <a:tableStyleId>{3C2FFA5D-87B4-456A-9821-1D502468CF0F}</a:tableStyleId>
              </a:tblPr>
              <a:tblGrid>
                <a:gridCol w="614685">
                  <a:extLst>
                    <a:ext uri="{9D8B030D-6E8A-4147-A177-3AD203B41FA5}">
                      <a16:colId xmlns:a16="http://schemas.microsoft.com/office/drawing/2014/main" val="3526854328"/>
                    </a:ext>
                  </a:extLst>
                </a:gridCol>
                <a:gridCol w="614685">
                  <a:extLst>
                    <a:ext uri="{9D8B030D-6E8A-4147-A177-3AD203B41FA5}">
                      <a16:colId xmlns:a16="http://schemas.microsoft.com/office/drawing/2014/main" val="3363055171"/>
                    </a:ext>
                  </a:extLst>
                </a:gridCol>
                <a:gridCol w="614685">
                  <a:extLst>
                    <a:ext uri="{9D8B030D-6E8A-4147-A177-3AD203B41FA5}">
                      <a16:colId xmlns:a16="http://schemas.microsoft.com/office/drawing/2014/main" val="2428403401"/>
                    </a:ext>
                  </a:extLst>
                </a:gridCol>
                <a:gridCol w="614685">
                  <a:extLst>
                    <a:ext uri="{9D8B030D-6E8A-4147-A177-3AD203B41FA5}">
                      <a16:colId xmlns:a16="http://schemas.microsoft.com/office/drawing/2014/main" val="2747732061"/>
                    </a:ext>
                  </a:extLst>
                </a:gridCol>
                <a:gridCol w="614685">
                  <a:extLst>
                    <a:ext uri="{9D8B030D-6E8A-4147-A177-3AD203B41FA5}">
                      <a16:colId xmlns:a16="http://schemas.microsoft.com/office/drawing/2014/main" val="1869642782"/>
                    </a:ext>
                  </a:extLst>
                </a:gridCol>
                <a:gridCol w="614685">
                  <a:extLst>
                    <a:ext uri="{9D8B030D-6E8A-4147-A177-3AD203B41FA5}">
                      <a16:colId xmlns:a16="http://schemas.microsoft.com/office/drawing/2014/main" val="1253564834"/>
                    </a:ext>
                  </a:extLst>
                </a:gridCol>
                <a:gridCol w="614685">
                  <a:extLst>
                    <a:ext uri="{9D8B030D-6E8A-4147-A177-3AD203B41FA5}">
                      <a16:colId xmlns:a16="http://schemas.microsoft.com/office/drawing/2014/main" val="3744933017"/>
                    </a:ext>
                  </a:extLst>
                </a:gridCol>
              </a:tblGrid>
              <a:tr h="2435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ATG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</a:t>
                      </a:r>
                      <a:r>
                        <a:rPr lang="en-US" b="1" dirty="0">
                          <a:solidFill>
                            <a:srgbClr val="7675E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</a:t>
                      </a: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TT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</a:t>
                      </a:r>
                      <a:endParaRPr lang="en-US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AAA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GGC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6387490"/>
                  </a:ext>
                </a:extLst>
              </a:tr>
              <a:tr h="2435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ATG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</a:t>
                      </a:r>
                      <a:r>
                        <a:rPr lang="en-US" b="1" dirty="0">
                          <a:solidFill>
                            <a:srgbClr val="7675E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</a:t>
                      </a:r>
                      <a:endParaRPr lang="en-US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AAA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GG</a:t>
                      </a:r>
                      <a:r>
                        <a:rPr lang="en-US" b="1" dirty="0">
                          <a:solidFill>
                            <a:srgbClr val="7675E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endParaRPr lang="en-US" dirty="0">
                        <a:solidFill>
                          <a:srgbClr val="7675E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7768056"/>
                  </a:ext>
                </a:extLst>
              </a:tr>
              <a:tr h="2435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ATG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TT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</a:t>
                      </a:r>
                      <a:endParaRPr lang="en-US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 </a:t>
                      </a:r>
                      <a:r>
                        <a:rPr lang="en-US" b="1" dirty="0">
                          <a:solidFill>
                            <a:srgbClr val="7675E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AAA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GGC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439741"/>
                  </a:ext>
                </a:extLst>
              </a:tr>
              <a:tr h="2435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ATG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GC</a:t>
                      </a:r>
                      <a:r>
                        <a:rPr lang="en-US" b="1" dirty="0">
                          <a:solidFill>
                            <a:srgbClr val="7675E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endParaRPr lang="en-US" dirty="0">
                        <a:solidFill>
                          <a:srgbClr val="7675E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TT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</a:t>
                      </a:r>
                      <a:endParaRPr lang="en-US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AA </a:t>
                      </a:r>
                      <a:r>
                        <a:rPr lang="en-US" b="1" dirty="0">
                          <a:solidFill>
                            <a:srgbClr val="7675E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GGC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229866"/>
                  </a:ext>
                </a:extLst>
              </a:tr>
            </a:tbl>
          </a:graphicData>
        </a:graphic>
      </p:graphicFrame>
      <p:graphicFrame>
        <p:nvGraphicFramePr>
          <p:cNvPr id="54" name="Table 53">
            <a:extLst>
              <a:ext uri="{FF2B5EF4-FFF2-40B4-BE49-F238E27FC236}">
                <a16:creationId xmlns:a16="http://schemas.microsoft.com/office/drawing/2014/main" id="{73E84BF2-4255-6CB5-2274-DC2B51D2CB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4789350"/>
              </p:ext>
            </p:extLst>
          </p:nvPr>
        </p:nvGraphicFramePr>
        <p:xfrm>
          <a:off x="2838356" y="4164281"/>
          <a:ext cx="4302795" cy="3657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14685">
                  <a:extLst>
                    <a:ext uri="{9D8B030D-6E8A-4147-A177-3AD203B41FA5}">
                      <a16:colId xmlns:a16="http://schemas.microsoft.com/office/drawing/2014/main" val="3526854328"/>
                    </a:ext>
                  </a:extLst>
                </a:gridCol>
                <a:gridCol w="614685">
                  <a:extLst>
                    <a:ext uri="{9D8B030D-6E8A-4147-A177-3AD203B41FA5}">
                      <a16:colId xmlns:a16="http://schemas.microsoft.com/office/drawing/2014/main" val="3363055171"/>
                    </a:ext>
                  </a:extLst>
                </a:gridCol>
                <a:gridCol w="614685">
                  <a:extLst>
                    <a:ext uri="{9D8B030D-6E8A-4147-A177-3AD203B41FA5}">
                      <a16:colId xmlns:a16="http://schemas.microsoft.com/office/drawing/2014/main" val="2428403401"/>
                    </a:ext>
                  </a:extLst>
                </a:gridCol>
                <a:gridCol w="614685">
                  <a:extLst>
                    <a:ext uri="{9D8B030D-6E8A-4147-A177-3AD203B41FA5}">
                      <a16:colId xmlns:a16="http://schemas.microsoft.com/office/drawing/2014/main" val="2747732061"/>
                    </a:ext>
                  </a:extLst>
                </a:gridCol>
                <a:gridCol w="614685">
                  <a:extLst>
                    <a:ext uri="{9D8B030D-6E8A-4147-A177-3AD203B41FA5}">
                      <a16:colId xmlns:a16="http://schemas.microsoft.com/office/drawing/2014/main" val="1869642782"/>
                    </a:ext>
                  </a:extLst>
                </a:gridCol>
                <a:gridCol w="614685">
                  <a:extLst>
                    <a:ext uri="{9D8B030D-6E8A-4147-A177-3AD203B41FA5}">
                      <a16:colId xmlns:a16="http://schemas.microsoft.com/office/drawing/2014/main" val="1253564834"/>
                    </a:ext>
                  </a:extLst>
                </a:gridCol>
                <a:gridCol w="614685">
                  <a:extLst>
                    <a:ext uri="{9D8B030D-6E8A-4147-A177-3AD203B41FA5}">
                      <a16:colId xmlns:a16="http://schemas.microsoft.com/office/drawing/2014/main" val="1967403460"/>
                    </a:ext>
                  </a:extLst>
                </a:gridCol>
              </a:tblGrid>
              <a:tr h="2435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ATG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TT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AAA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GGC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9080284"/>
                  </a:ext>
                </a:extLst>
              </a:tr>
            </a:tbl>
          </a:graphicData>
        </a:graphic>
      </p:graphicFrame>
      <p:sp>
        <p:nvSpPr>
          <p:cNvPr id="28" name="Lightning Bolt 27">
            <a:extLst>
              <a:ext uri="{FF2B5EF4-FFF2-40B4-BE49-F238E27FC236}">
                <a16:creationId xmlns:a16="http://schemas.microsoft.com/office/drawing/2014/main" id="{3A776C11-87A9-801C-DD6A-9A7E3606D0E4}"/>
              </a:ext>
            </a:extLst>
          </p:cNvPr>
          <p:cNvSpPr/>
          <p:nvPr/>
        </p:nvSpPr>
        <p:spPr>
          <a:xfrm rot="19910345" flipH="1">
            <a:off x="4297953" y="3663334"/>
            <a:ext cx="422196" cy="478945"/>
          </a:xfrm>
          <a:prstGeom prst="lightningBolt">
            <a:avLst/>
          </a:prstGeom>
          <a:solidFill>
            <a:srgbClr val="FF7E79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D4935DD-4F3C-B844-46BF-01A029E58CF7}"/>
              </a:ext>
            </a:extLst>
          </p:cNvPr>
          <p:cNvGrpSpPr/>
          <p:nvPr/>
        </p:nvGrpSpPr>
        <p:grpSpPr>
          <a:xfrm>
            <a:off x="2077653" y="5951621"/>
            <a:ext cx="2813233" cy="369332"/>
            <a:chOff x="2077653" y="5951621"/>
            <a:chExt cx="2813233" cy="369332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F39D66A-6F33-E7C3-FD7B-03E79148A817}"/>
                </a:ext>
              </a:extLst>
            </p:cNvPr>
            <p:cNvSpPr txBox="1"/>
            <p:nvPr/>
          </p:nvSpPr>
          <p:spPr>
            <a:xfrm>
              <a:off x="4509050" y="5951621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E09D964-FC59-B282-ABB3-7CE9A63D772E}"/>
                </a:ext>
              </a:extLst>
            </p:cNvPr>
            <p:cNvSpPr txBox="1"/>
            <p:nvPr/>
          </p:nvSpPr>
          <p:spPr>
            <a:xfrm>
              <a:off x="2077653" y="5951621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BEF4BA0-1467-282D-1DC1-83822AF2CA64}"/>
              </a:ext>
            </a:extLst>
          </p:cNvPr>
          <p:cNvGrpSpPr/>
          <p:nvPr/>
        </p:nvGrpSpPr>
        <p:grpSpPr>
          <a:xfrm>
            <a:off x="2077653" y="2565293"/>
            <a:ext cx="2813233" cy="369332"/>
            <a:chOff x="2077653" y="5951621"/>
            <a:chExt cx="2813233" cy="369332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2EB32575-7F7A-6238-159A-A8B2CA8F42F4}"/>
                </a:ext>
              </a:extLst>
            </p:cNvPr>
            <p:cNvSpPr txBox="1"/>
            <p:nvPr/>
          </p:nvSpPr>
          <p:spPr>
            <a:xfrm>
              <a:off x="4509050" y="5951621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B772855-D8A1-5017-C213-01BEF005187B}"/>
                </a:ext>
              </a:extLst>
            </p:cNvPr>
            <p:cNvSpPr txBox="1"/>
            <p:nvPr/>
          </p:nvSpPr>
          <p:spPr>
            <a:xfrm>
              <a:off x="2077653" y="5951621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39166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Lightning Bolt 35">
            <a:extLst>
              <a:ext uri="{FF2B5EF4-FFF2-40B4-BE49-F238E27FC236}">
                <a16:creationId xmlns:a16="http://schemas.microsoft.com/office/drawing/2014/main" id="{4D3DDBE4-5415-10C1-7674-F3B1D0E410CA}"/>
              </a:ext>
            </a:extLst>
          </p:cNvPr>
          <p:cNvSpPr/>
          <p:nvPr/>
        </p:nvSpPr>
        <p:spPr>
          <a:xfrm rot="19910345" flipH="1">
            <a:off x="2068210" y="2956409"/>
            <a:ext cx="251025" cy="244976"/>
          </a:xfrm>
          <a:prstGeom prst="lightningBolt">
            <a:avLst/>
          </a:prstGeom>
          <a:solidFill>
            <a:srgbClr val="FF7E79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1CD91A-43D8-7911-074B-311380B5A5BB}"/>
              </a:ext>
            </a:extLst>
          </p:cNvPr>
          <p:cNvSpPr txBox="1"/>
          <p:nvPr/>
        </p:nvSpPr>
        <p:spPr>
          <a:xfrm>
            <a:off x="482309" y="2443881"/>
            <a:ext cx="2250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Missense Variants</a:t>
            </a:r>
          </a:p>
        </p:txBody>
      </p:sp>
      <p:sp>
        <p:nvSpPr>
          <p:cNvPr id="37" name="Triangle 36">
            <a:extLst>
              <a:ext uri="{FF2B5EF4-FFF2-40B4-BE49-F238E27FC236}">
                <a16:creationId xmlns:a16="http://schemas.microsoft.com/office/drawing/2014/main" id="{4298125A-0DAF-A29B-5E97-4FA86F906EC0}"/>
              </a:ext>
            </a:extLst>
          </p:cNvPr>
          <p:cNvSpPr/>
          <p:nvPr/>
        </p:nvSpPr>
        <p:spPr>
          <a:xfrm rot="10800000">
            <a:off x="518130" y="3757958"/>
            <a:ext cx="3688110" cy="493256"/>
          </a:xfrm>
          <a:prstGeom prst="triangle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0DEF340A-3B25-77C6-1B8F-AD1E7DDB33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7469311"/>
              </p:ext>
            </p:extLst>
          </p:nvPr>
        </p:nvGraphicFramePr>
        <p:xfrm>
          <a:off x="518131" y="3284708"/>
          <a:ext cx="3688110" cy="3657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14685">
                  <a:extLst>
                    <a:ext uri="{9D8B030D-6E8A-4147-A177-3AD203B41FA5}">
                      <a16:colId xmlns:a16="http://schemas.microsoft.com/office/drawing/2014/main" val="506285589"/>
                    </a:ext>
                  </a:extLst>
                </a:gridCol>
                <a:gridCol w="614685">
                  <a:extLst>
                    <a:ext uri="{9D8B030D-6E8A-4147-A177-3AD203B41FA5}">
                      <a16:colId xmlns:a16="http://schemas.microsoft.com/office/drawing/2014/main" val="230299700"/>
                    </a:ext>
                  </a:extLst>
                </a:gridCol>
                <a:gridCol w="614685">
                  <a:extLst>
                    <a:ext uri="{9D8B030D-6E8A-4147-A177-3AD203B41FA5}">
                      <a16:colId xmlns:a16="http://schemas.microsoft.com/office/drawing/2014/main" val="1651777764"/>
                    </a:ext>
                  </a:extLst>
                </a:gridCol>
                <a:gridCol w="614685">
                  <a:extLst>
                    <a:ext uri="{9D8B030D-6E8A-4147-A177-3AD203B41FA5}">
                      <a16:colId xmlns:a16="http://schemas.microsoft.com/office/drawing/2014/main" val="1947530268"/>
                    </a:ext>
                  </a:extLst>
                </a:gridCol>
                <a:gridCol w="614685">
                  <a:extLst>
                    <a:ext uri="{9D8B030D-6E8A-4147-A177-3AD203B41FA5}">
                      <a16:colId xmlns:a16="http://schemas.microsoft.com/office/drawing/2014/main" val="25731248"/>
                    </a:ext>
                  </a:extLst>
                </a:gridCol>
                <a:gridCol w="614685">
                  <a:extLst>
                    <a:ext uri="{9D8B030D-6E8A-4147-A177-3AD203B41FA5}">
                      <a16:colId xmlns:a16="http://schemas.microsoft.com/office/drawing/2014/main" val="2902588092"/>
                    </a:ext>
                  </a:extLst>
                </a:gridCol>
              </a:tblGrid>
              <a:tr h="2435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ATG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TT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AAA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GGC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898243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AD74C262-DAAD-C4B3-5790-4F30BE49E3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6104074"/>
              </p:ext>
            </p:extLst>
          </p:nvPr>
        </p:nvGraphicFramePr>
        <p:xfrm>
          <a:off x="518130" y="4228475"/>
          <a:ext cx="3688110" cy="36576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614685">
                  <a:extLst>
                    <a:ext uri="{9D8B030D-6E8A-4147-A177-3AD203B41FA5}">
                      <a16:colId xmlns:a16="http://schemas.microsoft.com/office/drawing/2014/main" val="506285589"/>
                    </a:ext>
                  </a:extLst>
                </a:gridCol>
                <a:gridCol w="614685">
                  <a:extLst>
                    <a:ext uri="{9D8B030D-6E8A-4147-A177-3AD203B41FA5}">
                      <a16:colId xmlns:a16="http://schemas.microsoft.com/office/drawing/2014/main" val="230299700"/>
                    </a:ext>
                  </a:extLst>
                </a:gridCol>
                <a:gridCol w="614685">
                  <a:extLst>
                    <a:ext uri="{9D8B030D-6E8A-4147-A177-3AD203B41FA5}">
                      <a16:colId xmlns:a16="http://schemas.microsoft.com/office/drawing/2014/main" val="1651777764"/>
                    </a:ext>
                  </a:extLst>
                </a:gridCol>
                <a:gridCol w="614685">
                  <a:extLst>
                    <a:ext uri="{9D8B030D-6E8A-4147-A177-3AD203B41FA5}">
                      <a16:colId xmlns:a16="http://schemas.microsoft.com/office/drawing/2014/main" val="1947530268"/>
                    </a:ext>
                  </a:extLst>
                </a:gridCol>
                <a:gridCol w="614685">
                  <a:extLst>
                    <a:ext uri="{9D8B030D-6E8A-4147-A177-3AD203B41FA5}">
                      <a16:colId xmlns:a16="http://schemas.microsoft.com/office/drawing/2014/main" val="25731248"/>
                    </a:ext>
                  </a:extLst>
                </a:gridCol>
                <a:gridCol w="614685">
                  <a:extLst>
                    <a:ext uri="{9D8B030D-6E8A-4147-A177-3AD203B41FA5}">
                      <a16:colId xmlns:a16="http://schemas.microsoft.com/office/drawing/2014/main" val="2902588092"/>
                    </a:ext>
                  </a:extLst>
                </a:gridCol>
              </a:tblGrid>
              <a:tr h="2435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M</a:t>
                      </a:r>
                      <a:endParaRPr 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A</a:t>
                      </a:r>
                      <a:endParaRPr 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L</a:t>
                      </a:r>
                      <a:endParaRPr lang="en-US" b="1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G</a:t>
                      </a:r>
                      <a:endParaRPr 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898243"/>
                  </a:ext>
                </a:extLst>
              </a:tr>
            </a:tbl>
          </a:graphicData>
        </a:graphic>
      </p:graphicFrame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FEEF92A0-5571-6E73-A464-B9CB7AAA0E50}"/>
              </a:ext>
            </a:extLst>
          </p:cNvPr>
          <p:cNvSpPr/>
          <p:nvPr/>
        </p:nvSpPr>
        <p:spPr>
          <a:xfrm>
            <a:off x="205100" y="2808928"/>
            <a:ext cx="4170116" cy="2013589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8A8C0EE5-6A99-9F65-7ABE-8F4A530AE8C6}"/>
              </a:ext>
            </a:extLst>
          </p:cNvPr>
          <p:cNvGrpSpPr/>
          <p:nvPr/>
        </p:nvGrpSpPr>
        <p:grpSpPr>
          <a:xfrm>
            <a:off x="4587002" y="2443881"/>
            <a:ext cx="4170116" cy="2378636"/>
            <a:chOff x="8872324" y="2443881"/>
            <a:chExt cx="4170116" cy="2378636"/>
          </a:xfrm>
        </p:grpSpPr>
        <p:sp>
          <p:nvSpPr>
            <p:cNvPr id="33" name="Triangle 32">
              <a:extLst>
                <a:ext uri="{FF2B5EF4-FFF2-40B4-BE49-F238E27FC236}">
                  <a16:creationId xmlns:a16="http://schemas.microsoft.com/office/drawing/2014/main" id="{917FFB64-1E0F-0306-65AF-3A859A1AB54B}"/>
                </a:ext>
              </a:extLst>
            </p:cNvPr>
            <p:cNvSpPr/>
            <p:nvPr/>
          </p:nvSpPr>
          <p:spPr>
            <a:xfrm rot="10800000">
              <a:off x="9298528" y="3757958"/>
              <a:ext cx="3478340" cy="493256"/>
            </a:xfrm>
            <a:prstGeom prst="triangle">
              <a:avLst/>
            </a:prstGeom>
            <a:gradFill flip="none" rotWithShape="1">
              <a:gsLst>
                <a:gs pos="0">
                  <a:schemeClr val="accent2">
                    <a:tint val="66000"/>
                    <a:satMod val="160000"/>
                  </a:schemeClr>
                </a:gs>
                <a:gs pos="50000">
                  <a:schemeClr val="accent2">
                    <a:tint val="44500"/>
                    <a:satMod val="160000"/>
                  </a:schemeClr>
                </a:gs>
                <a:gs pos="100000">
                  <a:schemeClr val="accent2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AE070BD-A189-879F-0279-18C719B55654}"/>
                </a:ext>
              </a:extLst>
            </p:cNvPr>
            <p:cNvGrpSpPr/>
            <p:nvPr/>
          </p:nvGrpSpPr>
          <p:grpSpPr>
            <a:xfrm>
              <a:off x="9327390" y="3310156"/>
              <a:ext cx="3478340" cy="237688"/>
              <a:chOff x="2113613" y="2383437"/>
              <a:chExt cx="5850173" cy="464695"/>
            </a:xfrm>
          </p:grpSpPr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5F0334AF-9185-CD69-55C1-A07EE031D4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3613" y="2615784"/>
                <a:ext cx="585017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1FAB377-7A83-22C4-8DD1-45BA35369318}"/>
                  </a:ext>
                </a:extLst>
              </p:cNvPr>
              <p:cNvSpPr/>
              <p:nvPr/>
            </p:nvSpPr>
            <p:spPr>
              <a:xfrm>
                <a:off x="2878113" y="2383437"/>
                <a:ext cx="1321748" cy="464695"/>
              </a:xfrm>
              <a:prstGeom prst="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5699CA9-A539-C2AA-48CF-B9E23A5348D8}"/>
                  </a:ext>
                </a:extLst>
              </p:cNvPr>
              <p:cNvSpPr/>
              <p:nvPr/>
            </p:nvSpPr>
            <p:spPr>
              <a:xfrm>
                <a:off x="4667927" y="2383437"/>
                <a:ext cx="712147" cy="464695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80C0360-EE76-749D-49BE-9771C44E7007}"/>
                  </a:ext>
                </a:extLst>
              </p:cNvPr>
              <p:cNvSpPr/>
              <p:nvPr/>
            </p:nvSpPr>
            <p:spPr>
              <a:xfrm>
                <a:off x="6326606" y="2383437"/>
                <a:ext cx="1321748" cy="46469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3D9FE33-C304-DD02-9C0B-928BCE15E6F7}"/>
                </a:ext>
              </a:extLst>
            </p:cNvPr>
            <p:cNvSpPr txBox="1"/>
            <p:nvPr/>
          </p:nvSpPr>
          <p:spPr>
            <a:xfrm>
              <a:off x="9126432" y="2443881"/>
              <a:ext cx="22507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alibri" panose="020F0502020204030204" pitchFamily="34" charset="0"/>
                  <a:cs typeface="Calibri" panose="020F0502020204030204" pitchFamily="34" charset="0"/>
                </a:rPr>
                <a:t>Splicing Variants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A0A27E6-33B4-4414-89CF-6BC1BF6B13B9}"/>
                </a:ext>
              </a:extLst>
            </p:cNvPr>
            <p:cNvGrpSpPr/>
            <p:nvPr/>
          </p:nvGrpSpPr>
          <p:grpSpPr>
            <a:xfrm>
              <a:off x="10247455" y="4254901"/>
              <a:ext cx="1580485" cy="237688"/>
              <a:chOff x="2878113" y="2383437"/>
              <a:chExt cx="2658196" cy="464695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FEE3E9D-EEDF-C9CF-E4F2-1DEDE26A6E0B}"/>
                  </a:ext>
                </a:extLst>
              </p:cNvPr>
              <p:cNvSpPr/>
              <p:nvPr/>
            </p:nvSpPr>
            <p:spPr>
              <a:xfrm>
                <a:off x="2878113" y="2383437"/>
                <a:ext cx="1321748" cy="464695"/>
              </a:xfrm>
              <a:prstGeom prst="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CB3E133C-F782-F611-F0DD-FC92691A2496}"/>
                  </a:ext>
                </a:extLst>
              </p:cNvPr>
              <p:cNvSpPr/>
              <p:nvPr/>
            </p:nvSpPr>
            <p:spPr>
              <a:xfrm>
                <a:off x="4214561" y="2383437"/>
                <a:ext cx="1321748" cy="46469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E339DAE-C284-B473-976C-C478831D802C}"/>
                </a:ext>
              </a:extLst>
            </p:cNvPr>
            <p:cNvSpPr txBox="1"/>
            <p:nvPr/>
          </p:nvSpPr>
          <p:spPr>
            <a:xfrm>
              <a:off x="9952905" y="3573293"/>
              <a:ext cx="35250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0" i="0" dirty="0">
                  <a:solidFill>
                    <a:srgbClr val="474747"/>
                  </a:solidFill>
                  <a:effectLst/>
                  <a:latin typeface="Google Sans"/>
                </a:rPr>
                <a:t>✅</a:t>
              </a:r>
              <a:endParaRPr 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614F424-BA31-1796-EA76-D1965CA29F20}"/>
                </a:ext>
              </a:extLst>
            </p:cNvPr>
            <p:cNvSpPr txBox="1"/>
            <p:nvPr/>
          </p:nvSpPr>
          <p:spPr>
            <a:xfrm>
              <a:off x="12091400" y="3566893"/>
              <a:ext cx="35250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0" i="0" dirty="0">
                  <a:solidFill>
                    <a:srgbClr val="474747"/>
                  </a:solidFill>
                  <a:effectLst/>
                  <a:latin typeface="Google Sans"/>
                </a:rPr>
                <a:t>✅</a:t>
              </a:r>
              <a:endParaRPr lang="en-US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F25D73A-2C01-B84A-0EA4-83AF05888A55}"/>
                </a:ext>
              </a:extLst>
            </p:cNvPr>
            <p:cNvSpPr txBox="1"/>
            <p:nvPr/>
          </p:nvSpPr>
          <p:spPr>
            <a:xfrm>
              <a:off x="10885940" y="3573292"/>
              <a:ext cx="35250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❌</a:t>
              </a:r>
            </a:p>
          </p:txBody>
        </p:sp>
        <p:sp>
          <p:nvSpPr>
            <p:cNvPr id="30" name="Lightning Bolt 29">
              <a:extLst>
                <a:ext uri="{FF2B5EF4-FFF2-40B4-BE49-F238E27FC236}">
                  <a16:creationId xmlns:a16="http://schemas.microsoft.com/office/drawing/2014/main" id="{05AECE9C-E88F-689E-4925-5131B76FE277}"/>
                </a:ext>
              </a:extLst>
            </p:cNvPr>
            <p:cNvSpPr/>
            <p:nvPr/>
          </p:nvSpPr>
          <p:spPr>
            <a:xfrm rot="19910345" flipH="1">
              <a:off x="10781068" y="2994995"/>
              <a:ext cx="251025" cy="244976"/>
            </a:xfrm>
            <a:prstGeom prst="lightningBolt">
              <a:avLst/>
            </a:prstGeom>
            <a:solidFill>
              <a:srgbClr val="FF7E79"/>
            </a:solidFill>
            <a:ln w="127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6909C69C-7F6F-A984-426B-19987EF91BF3}"/>
                </a:ext>
              </a:extLst>
            </p:cNvPr>
            <p:cNvSpPr/>
            <p:nvPr/>
          </p:nvSpPr>
          <p:spPr>
            <a:xfrm>
              <a:off x="8872324" y="2808928"/>
              <a:ext cx="4170116" cy="2013589"/>
            </a:xfrm>
            <a:prstGeom prst="round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4" name="Freeform 63">
            <a:extLst>
              <a:ext uri="{FF2B5EF4-FFF2-40B4-BE49-F238E27FC236}">
                <a16:creationId xmlns:a16="http://schemas.microsoft.com/office/drawing/2014/main" id="{1132AADF-9399-3FF7-C206-3520F611100A}"/>
              </a:ext>
            </a:extLst>
          </p:cNvPr>
          <p:cNvSpPr/>
          <p:nvPr/>
        </p:nvSpPr>
        <p:spPr>
          <a:xfrm>
            <a:off x="3272589" y="6148137"/>
            <a:ext cx="0" cy="0"/>
          </a:xfrm>
          <a:custGeom>
            <a:avLst/>
            <a:gdLst>
              <a:gd name="connsiteX0" fmla="*/ 0 w 0"/>
              <a:gd name="connsiteY0" fmla="*/ 0 h 0"/>
              <a:gd name="connsiteX1" fmla="*/ 0 w 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7836D39-67B1-F03F-4CCB-2C070519C9C9}"/>
              </a:ext>
            </a:extLst>
          </p:cNvPr>
          <p:cNvGrpSpPr/>
          <p:nvPr/>
        </p:nvGrpSpPr>
        <p:grpSpPr>
          <a:xfrm>
            <a:off x="8971472" y="2439596"/>
            <a:ext cx="4170116" cy="2382921"/>
            <a:chOff x="3488846" y="-488395"/>
            <a:chExt cx="4170116" cy="2382921"/>
          </a:xfrm>
        </p:grpSpPr>
        <p:sp>
          <p:nvSpPr>
            <p:cNvPr id="40" name="Triangle 39">
              <a:extLst>
                <a:ext uri="{FF2B5EF4-FFF2-40B4-BE49-F238E27FC236}">
                  <a16:creationId xmlns:a16="http://schemas.microsoft.com/office/drawing/2014/main" id="{6B32B20A-A92D-62FE-76E1-C3722CAB2F9E}"/>
                </a:ext>
              </a:extLst>
            </p:cNvPr>
            <p:cNvSpPr/>
            <p:nvPr/>
          </p:nvSpPr>
          <p:spPr>
            <a:xfrm rot="10800000">
              <a:off x="3820020" y="829967"/>
              <a:ext cx="3478340" cy="493256"/>
            </a:xfrm>
            <a:prstGeom prst="triangle">
              <a:avLst/>
            </a:prstGeom>
            <a:gradFill flip="none" rotWithShape="1">
              <a:gsLst>
                <a:gs pos="0">
                  <a:schemeClr val="accent2">
                    <a:tint val="66000"/>
                    <a:satMod val="160000"/>
                  </a:schemeClr>
                </a:gs>
                <a:gs pos="50000">
                  <a:schemeClr val="accent2">
                    <a:tint val="44500"/>
                    <a:satMod val="160000"/>
                  </a:schemeClr>
                </a:gs>
                <a:gs pos="100000">
                  <a:schemeClr val="accent2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6F2088E0-682B-C952-97E2-72D75D78DAE6}"/>
                </a:ext>
              </a:extLst>
            </p:cNvPr>
            <p:cNvGrpSpPr/>
            <p:nvPr/>
          </p:nvGrpSpPr>
          <p:grpSpPr>
            <a:xfrm>
              <a:off x="3862617" y="372138"/>
              <a:ext cx="3478340" cy="243431"/>
              <a:chOff x="2113613" y="2372209"/>
              <a:chExt cx="5850173" cy="475923"/>
            </a:xfrm>
          </p:grpSpPr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3470D21E-B880-1EE5-27EE-4A9D0B1246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3613" y="2615784"/>
                <a:ext cx="585017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1DF0BD0A-2374-2438-43EA-308707B50749}"/>
                  </a:ext>
                </a:extLst>
              </p:cNvPr>
              <p:cNvSpPr/>
              <p:nvPr/>
            </p:nvSpPr>
            <p:spPr>
              <a:xfrm>
                <a:off x="5992077" y="2372209"/>
                <a:ext cx="163905" cy="464695"/>
              </a:xfrm>
              <a:prstGeom prst="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4BFA33D5-50FA-0699-F67E-1ED36A1911A6}"/>
                  </a:ext>
                </a:extLst>
              </p:cNvPr>
              <p:cNvSpPr/>
              <p:nvPr/>
            </p:nvSpPr>
            <p:spPr>
              <a:xfrm>
                <a:off x="6967026" y="2383437"/>
                <a:ext cx="88311" cy="464695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BC58861D-AF80-6D1E-E026-A92279BBBB9C}"/>
                  </a:ext>
                </a:extLst>
              </p:cNvPr>
              <p:cNvSpPr/>
              <p:nvPr/>
            </p:nvSpPr>
            <p:spPr>
              <a:xfrm>
                <a:off x="7484447" y="2383437"/>
                <a:ext cx="163905" cy="46469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9A4E72A0-DE04-ED4E-EFAE-2886ED2ACD5B}"/>
                  </a:ext>
                </a:extLst>
              </p:cNvPr>
              <p:cNvSpPr/>
              <p:nvPr/>
            </p:nvSpPr>
            <p:spPr>
              <a:xfrm>
                <a:off x="3120241" y="2513789"/>
                <a:ext cx="2271241" cy="212093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AFB3738-B28F-90C6-B05D-23788B98C5E1}"/>
                </a:ext>
              </a:extLst>
            </p:cNvPr>
            <p:cNvSpPr txBox="1"/>
            <p:nvPr/>
          </p:nvSpPr>
          <p:spPr>
            <a:xfrm>
              <a:off x="3717285" y="-488395"/>
              <a:ext cx="22507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alibri" panose="020F0502020204030204" pitchFamily="34" charset="0"/>
                  <a:cs typeface="Calibri" panose="020F0502020204030204" pitchFamily="34" charset="0"/>
                </a:rPr>
                <a:t>UTR Variants</a:t>
              </a:r>
            </a:p>
          </p:txBody>
        </p:sp>
        <p:sp>
          <p:nvSpPr>
            <p:cNvPr id="53" name="Lightning Bolt 52">
              <a:extLst>
                <a:ext uri="{FF2B5EF4-FFF2-40B4-BE49-F238E27FC236}">
                  <a16:creationId xmlns:a16="http://schemas.microsoft.com/office/drawing/2014/main" id="{3CDF2278-76D3-27C6-8682-1266EB978A43}"/>
                </a:ext>
              </a:extLst>
            </p:cNvPr>
            <p:cNvSpPr/>
            <p:nvPr/>
          </p:nvSpPr>
          <p:spPr>
            <a:xfrm rot="19910345" flipH="1">
              <a:off x="5534424" y="119027"/>
              <a:ext cx="251025" cy="244976"/>
            </a:xfrm>
            <a:prstGeom prst="lightningBolt">
              <a:avLst/>
            </a:prstGeom>
            <a:solidFill>
              <a:srgbClr val="FF7E79"/>
            </a:solidFill>
            <a:ln w="127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0" name="Rounded Rectangle 59">
              <a:extLst>
                <a:ext uri="{FF2B5EF4-FFF2-40B4-BE49-F238E27FC236}">
                  <a16:creationId xmlns:a16="http://schemas.microsoft.com/office/drawing/2014/main" id="{4D3E16AF-700A-BC96-6875-BD68C4AA98BD}"/>
                </a:ext>
              </a:extLst>
            </p:cNvPr>
            <p:cNvSpPr/>
            <p:nvPr/>
          </p:nvSpPr>
          <p:spPr>
            <a:xfrm>
              <a:off x="3488846" y="-119063"/>
              <a:ext cx="4170116" cy="2013589"/>
            </a:xfrm>
            <a:prstGeom prst="round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E95A583B-5356-9AF3-0315-638B15825EE5}"/>
                </a:ext>
              </a:extLst>
            </p:cNvPr>
            <p:cNvGrpSpPr/>
            <p:nvPr/>
          </p:nvGrpSpPr>
          <p:grpSpPr>
            <a:xfrm>
              <a:off x="3934521" y="1225614"/>
              <a:ext cx="3418318" cy="635791"/>
              <a:chOff x="5000644" y="4882348"/>
              <a:chExt cx="3418318" cy="635791"/>
            </a:xfrm>
          </p:grpSpPr>
          <p:sp>
            <p:nvSpPr>
              <p:cNvPr id="68" name="Freeform 67">
                <a:extLst>
                  <a:ext uri="{FF2B5EF4-FFF2-40B4-BE49-F238E27FC236}">
                    <a16:creationId xmlns:a16="http://schemas.microsoft.com/office/drawing/2014/main" id="{1B656146-5BFA-589E-6BF0-5860A0B5020A}"/>
                  </a:ext>
                </a:extLst>
              </p:cNvPr>
              <p:cNvSpPr/>
              <p:nvPr/>
            </p:nvSpPr>
            <p:spPr>
              <a:xfrm>
                <a:off x="5000644" y="5099445"/>
                <a:ext cx="3418318" cy="256399"/>
              </a:xfrm>
              <a:custGeom>
                <a:avLst/>
                <a:gdLst>
                  <a:gd name="connsiteX0" fmla="*/ 0 w 3418318"/>
                  <a:gd name="connsiteY0" fmla="*/ 256399 h 256399"/>
                  <a:gd name="connsiteX1" fmla="*/ 606751 w 3418318"/>
                  <a:gd name="connsiteY1" fmla="*/ 34209 h 256399"/>
                  <a:gd name="connsiteX2" fmla="*/ 1298961 w 3418318"/>
                  <a:gd name="connsiteY2" fmla="*/ 230762 h 256399"/>
                  <a:gd name="connsiteX3" fmla="*/ 2025353 w 3418318"/>
                  <a:gd name="connsiteY3" fmla="*/ 26 h 256399"/>
                  <a:gd name="connsiteX4" fmla="*/ 2768837 w 3418318"/>
                  <a:gd name="connsiteY4" fmla="*/ 247854 h 256399"/>
                  <a:gd name="connsiteX5" fmla="*/ 3418318 w 3418318"/>
                  <a:gd name="connsiteY5" fmla="*/ 34209 h 256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418318" h="256399">
                    <a:moveTo>
                      <a:pt x="0" y="256399"/>
                    </a:moveTo>
                    <a:cubicBezTo>
                      <a:pt x="195129" y="147440"/>
                      <a:pt x="390258" y="38482"/>
                      <a:pt x="606751" y="34209"/>
                    </a:cubicBezTo>
                    <a:cubicBezTo>
                      <a:pt x="823244" y="29936"/>
                      <a:pt x="1062527" y="236459"/>
                      <a:pt x="1298961" y="230762"/>
                    </a:cubicBezTo>
                    <a:cubicBezTo>
                      <a:pt x="1535395" y="225065"/>
                      <a:pt x="1780374" y="-2823"/>
                      <a:pt x="2025353" y="26"/>
                    </a:cubicBezTo>
                    <a:cubicBezTo>
                      <a:pt x="2270332" y="2875"/>
                      <a:pt x="2536676" y="242157"/>
                      <a:pt x="2768837" y="247854"/>
                    </a:cubicBezTo>
                    <a:cubicBezTo>
                      <a:pt x="3000998" y="253551"/>
                      <a:pt x="3209658" y="143880"/>
                      <a:pt x="3418318" y="34209"/>
                    </a:cubicBezTo>
                  </a:path>
                </a:pathLst>
              </a:custGeom>
              <a:noFill/>
              <a:ln w="76200">
                <a:prstDash val="lgDash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D5719090-C6DB-385A-6B4D-B0173D6A7616}"/>
                  </a:ext>
                </a:extLst>
              </p:cNvPr>
              <p:cNvSpPr/>
              <p:nvPr/>
            </p:nvSpPr>
            <p:spPr>
              <a:xfrm>
                <a:off x="5000644" y="4882348"/>
                <a:ext cx="3418318" cy="635791"/>
              </a:xfrm>
              <a:prstGeom prst="rect">
                <a:avLst/>
              </a:prstGeom>
              <a:gradFill>
                <a:gsLst>
                  <a:gs pos="3000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chemeClr val="bg1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01484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</TotalTime>
  <Words>368</Words>
  <Application>Microsoft Macintosh PowerPoint</Application>
  <PresentationFormat>Widescreen</PresentationFormat>
  <Paragraphs>237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Google Sans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Schilder, Brian</dc:creator>
  <cp:lastModifiedBy>Schilder, Brian</cp:lastModifiedBy>
  <cp:revision>14</cp:revision>
  <dcterms:created xsi:type="dcterms:W3CDTF">2025-08-17T22:31:53Z</dcterms:created>
  <dcterms:modified xsi:type="dcterms:W3CDTF">2025-10-03T00:49:23Z</dcterms:modified>
</cp:coreProperties>
</file>